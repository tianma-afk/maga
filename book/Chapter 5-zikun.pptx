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396" r:id="rId2"/>
    <p:sldId id="439" r:id="rId3"/>
    <p:sldId id="440" r:id="rId4"/>
    <p:sldId id="441" r:id="rId5"/>
    <p:sldId id="442" r:id="rId6"/>
    <p:sldId id="398" r:id="rId7"/>
    <p:sldId id="423" r:id="rId8"/>
    <p:sldId id="437" r:id="rId9"/>
    <p:sldId id="399" r:id="rId10"/>
    <p:sldId id="400" r:id="rId11"/>
    <p:sldId id="401" r:id="rId12"/>
    <p:sldId id="424" r:id="rId13"/>
    <p:sldId id="403" r:id="rId14"/>
    <p:sldId id="443" r:id="rId15"/>
    <p:sldId id="444" r:id="rId16"/>
    <p:sldId id="404" r:id="rId17"/>
    <p:sldId id="425" r:id="rId18"/>
    <p:sldId id="445" r:id="rId19"/>
    <p:sldId id="446" r:id="rId20"/>
    <p:sldId id="426" r:id="rId21"/>
    <p:sldId id="427" r:id="rId22"/>
    <p:sldId id="428" r:id="rId23"/>
    <p:sldId id="447" r:id="rId24"/>
    <p:sldId id="407" r:id="rId25"/>
    <p:sldId id="429" r:id="rId26"/>
    <p:sldId id="448" r:id="rId27"/>
    <p:sldId id="430" r:id="rId28"/>
    <p:sldId id="452" r:id="rId29"/>
    <p:sldId id="409" r:id="rId30"/>
    <p:sldId id="450" r:id="rId31"/>
    <p:sldId id="431" r:id="rId32"/>
    <p:sldId id="451" r:id="rId33"/>
    <p:sldId id="411" r:id="rId34"/>
    <p:sldId id="453" r:id="rId35"/>
    <p:sldId id="438" r:id="rId36"/>
    <p:sldId id="454" r:id="rId37"/>
    <p:sldId id="455" r:id="rId38"/>
    <p:sldId id="420" r:id="rId39"/>
    <p:sldId id="421" r:id="rId40"/>
  </p:sldIdLst>
  <p:sldSz cx="9144000" cy="6858000" type="screen4x3"/>
  <p:notesSz cx="6858000" cy="91440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543B71-6C45-43AF-A19A-89C87A0320C0}" v="37" dt="2026-09-28T12:41:11.0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43" autoAdjust="0"/>
    <p:restoredTop sz="92207" autoAdjust="0"/>
  </p:normalViewPr>
  <p:slideViewPr>
    <p:cSldViewPr showGuides="1">
      <p:cViewPr>
        <p:scale>
          <a:sx n="125" d="100"/>
          <a:sy n="125" d="100"/>
        </p:scale>
        <p:origin x="2092" y="5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91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1" d="100"/>
        <a:sy n="141" d="100"/>
      </p:scale>
      <p:origin x="0" y="12256"/>
    </p:cViewPr>
  </p:sorterViewPr>
  <p:notesViewPr>
    <p:cSldViewPr>
      <p:cViewPr varScale="1">
        <p:scale>
          <a:sx n="59" d="100"/>
          <a:sy n="59" d="100"/>
        </p:scale>
        <p:origin x="3065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kun Deng" userId="dcc036e5f12f698e" providerId="LiveId" clId="{9449A438-DB97-4F53-9B9E-E34C27A4D34A}"/>
    <pc:docChg chg="undo custSel addSld delSld modSld">
      <pc:chgData name="Zikun Deng" userId="dcc036e5f12f698e" providerId="LiveId" clId="{9449A438-DB97-4F53-9B9E-E34C27A4D34A}" dt="2026-09-28T12:41:27.934" v="234" actId="1076"/>
      <pc:docMkLst>
        <pc:docMk/>
      </pc:docMkLst>
      <pc:sldChg chg="addSp delSp modSp mod modAnim">
        <pc:chgData name="Zikun Deng" userId="dcc036e5f12f698e" providerId="LiveId" clId="{9449A438-DB97-4F53-9B9E-E34C27A4D34A}" dt="2026-09-28T11:35:51.958" v="49" actId="1076"/>
        <pc:sldMkLst>
          <pc:docMk/>
          <pc:sldMk cId="0" sldId="404"/>
        </pc:sldMkLst>
        <pc:spChg chg="mod">
          <ac:chgData name="Zikun Deng" userId="dcc036e5f12f698e" providerId="LiveId" clId="{9449A438-DB97-4F53-9B9E-E34C27A4D34A}" dt="2026-09-28T11:35:37.676" v="45" actId="20577"/>
          <ac:spMkLst>
            <pc:docMk/>
            <pc:sldMk cId="0" sldId="404"/>
            <ac:spMk id="3" creationId="{00000000-0000-0000-0000-000000000000}"/>
          </ac:spMkLst>
        </pc:spChg>
        <pc:picChg chg="mod">
          <ac:chgData name="Zikun Deng" userId="dcc036e5f12f698e" providerId="LiveId" clId="{9449A438-DB97-4F53-9B9E-E34C27A4D34A}" dt="2026-09-28T11:35:51.958" v="49" actId="1076"/>
          <ac:picMkLst>
            <pc:docMk/>
            <pc:sldMk cId="0" sldId="404"/>
            <ac:picMk id="6" creationId="{00000000-0000-0000-0000-000000000000}"/>
          </ac:picMkLst>
        </pc:picChg>
        <pc:picChg chg="add del mod">
          <ac:chgData name="Zikun Deng" userId="dcc036e5f12f698e" providerId="LiveId" clId="{9449A438-DB97-4F53-9B9E-E34C27A4D34A}" dt="2026-09-28T11:35:29.940" v="40" actId="21"/>
          <ac:picMkLst>
            <pc:docMk/>
            <pc:sldMk cId="0" sldId="404"/>
            <ac:picMk id="7" creationId="{E9588014-23F3-EA8B-A196-20D6F5E2F5BB}"/>
          </ac:picMkLst>
        </pc:picChg>
        <pc:picChg chg="add mod">
          <ac:chgData name="Zikun Deng" userId="dcc036e5f12f698e" providerId="LiveId" clId="{9449A438-DB97-4F53-9B9E-E34C27A4D34A}" dt="2026-09-28T11:35:44.550" v="48" actId="1076"/>
          <ac:picMkLst>
            <pc:docMk/>
            <pc:sldMk cId="0" sldId="404"/>
            <ac:picMk id="9" creationId="{91E573B9-E6BE-7381-A894-9BB3527BF1DB}"/>
          </ac:picMkLst>
        </pc:picChg>
      </pc:sldChg>
      <pc:sldChg chg="addSp modSp mod modAnim">
        <pc:chgData name="Zikun Deng" userId="dcc036e5f12f698e" providerId="LiveId" clId="{9449A438-DB97-4F53-9B9E-E34C27A4D34A}" dt="2026-09-28T11:53:32.267" v="137" actId="1076"/>
        <pc:sldMkLst>
          <pc:docMk/>
          <pc:sldMk cId="0" sldId="409"/>
        </pc:sldMkLst>
        <pc:spChg chg="mod">
          <ac:chgData name="Zikun Deng" userId="dcc036e5f12f698e" providerId="LiveId" clId="{9449A438-DB97-4F53-9B9E-E34C27A4D34A}" dt="2026-09-28T11:53:21.249" v="134" actId="27636"/>
          <ac:spMkLst>
            <pc:docMk/>
            <pc:sldMk cId="0" sldId="409"/>
            <ac:spMk id="3" creationId="{00000000-0000-0000-0000-000000000000}"/>
          </ac:spMkLst>
        </pc:spChg>
        <pc:picChg chg="add mod modCrop">
          <ac:chgData name="Zikun Deng" userId="dcc036e5f12f698e" providerId="LiveId" clId="{9449A438-DB97-4F53-9B9E-E34C27A4D34A}" dt="2026-09-28T11:53:32.267" v="137" actId="1076"/>
          <ac:picMkLst>
            <pc:docMk/>
            <pc:sldMk cId="0" sldId="409"/>
            <ac:picMk id="5" creationId="{A257FE3F-1D60-44AB-B18B-44E04113AD48}"/>
          </ac:picMkLst>
        </pc:picChg>
      </pc:sldChg>
      <pc:sldChg chg="addSp modSp mod modAnim">
        <pc:chgData name="Zikun Deng" userId="dcc036e5f12f698e" providerId="LiveId" clId="{9449A438-DB97-4F53-9B9E-E34C27A4D34A}" dt="2026-09-28T12:36:31.094" v="178" actId="1076"/>
        <pc:sldMkLst>
          <pc:docMk/>
          <pc:sldMk cId="0" sldId="411"/>
        </pc:sldMkLst>
        <pc:spChg chg="mod">
          <ac:chgData name="Zikun Deng" userId="dcc036e5f12f698e" providerId="LiveId" clId="{9449A438-DB97-4F53-9B9E-E34C27A4D34A}" dt="2026-09-28T12:35:39.128" v="176" actId="27636"/>
          <ac:spMkLst>
            <pc:docMk/>
            <pc:sldMk cId="0" sldId="411"/>
            <ac:spMk id="3" creationId="{00000000-0000-0000-0000-000000000000}"/>
          </ac:spMkLst>
        </pc:spChg>
        <pc:picChg chg="add mod">
          <ac:chgData name="Zikun Deng" userId="dcc036e5f12f698e" providerId="LiveId" clId="{9449A438-DB97-4F53-9B9E-E34C27A4D34A}" dt="2026-09-28T12:36:31.094" v="178" actId="1076"/>
          <ac:picMkLst>
            <pc:docMk/>
            <pc:sldMk cId="0" sldId="411"/>
            <ac:picMk id="6" creationId="{7AAE193F-ABA9-FF14-21A4-0CE82B5D71A6}"/>
          </ac:picMkLst>
        </pc:picChg>
      </pc:sldChg>
      <pc:sldChg chg="addSp modSp mod">
        <pc:chgData name="Zikun Deng" userId="dcc036e5f12f698e" providerId="LiveId" clId="{9449A438-DB97-4F53-9B9E-E34C27A4D34A}" dt="2026-09-22T07:56:08.644" v="4" actId="1076"/>
        <pc:sldMkLst>
          <pc:docMk/>
          <pc:sldMk cId="0" sldId="424"/>
        </pc:sldMkLst>
        <pc:picChg chg="add mod">
          <ac:chgData name="Zikun Deng" userId="dcc036e5f12f698e" providerId="LiveId" clId="{9449A438-DB97-4F53-9B9E-E34C27A4D34A}" dt="2026-09-22T07:56:08.644" v="4" actId="1076"/>
          <ac:picMkLst>
            <pc:docMk/>
            <pc:sldMk cId="0" sldId="424"/>
            <ac:picMk id="6" creationId="{DF6AA59A-A2BC-6032-EA40-1EE91AB9F358}"/>
          </ac:picMkLst>
        </pc:picChg>
      </pc:sldChg>
      <pc:sldChg chg="addSp delSp modSp mod">
        <pc:chgData name="Zikun Deng" userId="dcc036e5f12f698e" providerId="LiveId" clId="{9449A438-DB97-4F53-9B9E-E34C27A4D34A}" dt="2026-09-28T11:37:21.052" v="61" actId="478"/>
        <pc:sldMkLst>
          <pc:docMk/>
          <pc:sldMk cId="0" sldId="425"/>
        </pc:sldMkLst>
        <pc:picChg chg="add del mod">
          <ac:chgData name="Zikun Deng" userId="dcc036e5f12f698e" providerId="LiveId" clId="{9449A438-DB97-4F53-9B9E-E34C27A4D34A}" dt="2026-09-28T11:37:21.052" v="61" actId="478"/>
          <ac:picMkLst>
            <pc:docMk/>
            <pc:sldMk cId="0" sldId="425"/>
            <ac:picMk id="6" creationId="{95C79BE9-4940-5E85-07FB-16C42B633ED5}"/>
          </ac:picMkLst>
        </pc:picChg>
      </pc:sldChg>
      <pc:sldChg chg="addSp modSp mod modAnim">
        <pc:chgData name="Zikun Deng" userId="dcc036e5f12f698e" providerId="LiveId" clId="{9449A438-DB97-4F53-9B9E-E34C27A4D34A}" dt="2026-09-28T11:38:36.790" v="73" actId="1076"/>
        <pc:sldMkLst>
          <pc:docMk/>
          <pc:sldMk cId="0" sldId="426"/>
        </pc:sldMkLst>
        <pc:spChg chg="mod">
          <ac:chgData name="Zikun Deng" userId="dcc036e5f12f698e" providerId="LiveId" clId="{9449A438-DB97-4F53-9B9E-E34C27A4D34A}" dt="2026-09-28T11:38:18.768" v="71" actId="20577"/>
          <ac:spMkLst>
            <pc:docMk/>
            <pc:sldMk cId="0" sldId="426"/>
            <ac:spMk id="3" creationId="{00000000-0000-0000-0000-000000000000}"/>
          </ac:spMkLst>
        </pc:spChg>
        <pc:picChg chg="add mod">
          <ac:chgData name="Zikun Deng" userId="dcc036e5f12f698e" providerId="LiveId" clId="{9449A438-DB97-4F53-9B9E-E34C27A4D34A}" dt="2026-09-28T11:38:36.790" v="73" actId="1076"/>
          <ac:picMkLst>
            <pc:docMk/>
            <pc:sldMk cId="0" sldId="426"/>
            <ac:picMk id="6" creationId="{C61FE620-9A19-F532-74F2-F5A51D392E23}"/>
          </ac:picMkLst>
        </pc:picChg>
      </pc:sldChg>
      <pc:sldChg chg="addSp modSp mod modAnim">
        <pc:chgData name="Zikun Deng" userId="dcc036e5f12f698e" providerId="LiveId" clId="{9449A438-DB97-4F53-9B9E-E34C27A4D34A}" dt="2026-09-28T11:54:27.065" v="149" actId="1076"/>
        <pc:sldMkLst>
          <pc:docMk/>
          <pc:sldMk cId="0" sldId="431"/>
        </pc:sldMkLst>
        <pc:spChg chg="mod">
          <ac:chgData name="Zikun Deng" userId="dcc036e5f12f698e" providerId="LiveId" clId="{9449A438-DB97-4F53-9B9E-E34C27A4D34A}" dt="2026-09-28T11:54:15.481" v="144" actId="20577"/>
          <ac:spMkLst>
            <pc:docMk/>
            <pc:sldMk cId="0" sldId="431"/>
            <ac:spMk id="3" creationId="{00000000-0000-0000-0000-000000000000}"/>
          </ac:spMkLst>
        </pc:spChg>
        <pc:picChg chg="add mod modCrop">
          <ac:chgData name="Zikun Deng" userId="dcc036e5f12f698e" providerId="LiveId" clId="{9449A438-DB97-4F53-9B9E-E34C27A4D34A}" dt="2026-09-28T11:54:27.065" v="149" actId="1076"/>
          <ac:picMkLst>
            <pc:docMk/>
            <pc:sldMk cId="0" sldId="431"/>
            <ac:picMk id="5" creationId="{A58CD7A8-6359-10BD-8BA3-37412F9E857A}"/>
          </ac:picMkLst>
        </pc:picChg>
      </pc:sldChg>
      <pc:sldChg chg="addSp modSp mod">
        <pc:chgData name="Zikun Deng" userId="dcc036e5f12f698e" providerId="LiveId" clId="{9449A438-DB97-4F53-9B9E-E34C27A4D34A}" dt="2026-09-22T07:58:38.831" v="36" actId="1076"/>
        <pc:sldMkLst>
          <pc:docMk/>
          <pc:sldMk cId="0" sldId="437"/>
        </pc:sldMkLst>
        <pc:picChg chg="add mod">
          <ac:chgData name="Zikun Deng" userId="dcc036e5f12f698e" providerId="LiveId" clId="{9449A438-DB97-4F53-9B9E-E34C27A4D34A}" dt="2026-09-22T07:58:38.831" v="36" actId="1076"/>
          <ac:picMkLst>
            <pc:docMk/>
            <pc:sldMk cId="0" sldId="437"/>
            <ac:picMk id="3" creationId="{D5192FCD-3CB9-1E37-82AD-35ED5FB5CE0C}"/>
          </ac:picMkLst>
        </pc:picChg>
        <pc:picChg chg="mod">
          <ac:chgData name="Zikun Deng" userId="dcc036e5f12f698e" providerId="LiveId" clId="{9449A438-DB97-4F53-9B9E-E34C27A4D34A}" dt="2026-09-22T07:58:05.082" v="34" actId="1076"/>
          <ac:picMkLst>
            <pc:docMk/>
            <pc:sldMk cId="0" sldId="437"/>
            <ac:picMk id="8" creationId="{00000000-0000-0000-0000-000000000000}"/>
          </ac:picMkLst>
        </pc:picChg>
      </pc:sldChg>
      <pc:sldChg chg="addSp delSp modSp mod modAnim">
        <pc:chgData name="Zikun Deng" userId="dcc036e5f12f698e" providerId="LiveId" clId="{9449A438-DB97-4F53-9B9E-E34C27A4D34A}" dt="2026-09-28T12:39:14.563" v="195" actId="1076"/>
        <pc:sldMkLst>
          <pc:docMk/>
          <pc:sldMk cId="0" sldId="438"/>
        </pc:sldMkLst>
        <pc:spChg chg="mod">
          <ac:chgData name="Zikun Deng" userId="dcc036e5f12f698e" providerId="LiveId" clId="{9449A438-DB97-4F53-9B9E-E34C27A4D34A}" dt="2026-09-28T12:37:06.852" v="186" actId="27636"/>
          <ac:spMkLst>
            <pc:docMk/>
            <pc:sldMk cId="0" sldId="438"/>
            <ac:spMk id="3" creationId="{00000000-0000-0000-0000-000000000000}"/>
          </ac:spMkLst>
        </pc:spChg>
        <pc:spChg chg="add del mod">
          <ac:chgData name="Zikun Deng" userId="dcc036e5f12f698e" providerId="LiveId" clId="{9449A438-DB97-4F53-9B9E-E34C27A4D34A}" dt="2026-09-28T12:39:10.341" v="194"/>
          <ac:spMkLst>
            <pc:docMk/>
            <pc:sldMk cId="0" sldId="438"/>
            <ac:spMk id="7" creationId="{490A612F-B061-71F0-BC4A-F0EA5453699B}"/>
          </ac:spMkLst>
        </pc:spChg>
        <pc:picChg chg="add mod">
          <ac:chgData name="Zikun Deng" userId="dcc036e5f12f698e" providerId="LiveId" clId="{9449A438-DB97-4F53-9B9E-E34C27A4D34A}" dt="2026-09-28T12:38:53.127" v="188" actId="1076"/>
          <ac:picMkLst>
            <pc:docMk/>
            <pc:sldMk cId="0" sldId="438"/>
            <ac:picMk id="6" creationId="{BE09907B-A567-E890-617D-3DADA94F8A6B}"/>
          </ac:picMkLst>
        </pc:picChg>
        <pc:picChg chg="add mod">
          <ac:chgData name="Zikun Deng" userId="dcc036e5f12f698e" providerId="LiveId" clId="{9449A438-DB97-4F53-9B9E-E34C27A4D34A}" dt="2026-09-28T12:39:14.563" v="195" actId="1076"/>
          <ac:picMkLst>
            <pc:docMk/>
            <pc:sldMk cId="0" sldId="438"/>
            <ac:picMk id="9" creationId="{14B06919-BAB8-1DE3-2665-0229C0D896A9}"/>
          </ac:picMkLst>
        </pc:picChg>
      </pc:sldChg>
      <pc:sldChg chg="addSp delSp modSp new mod">
        <pc:chgData name="Zikun Deng" userId="dcc036e5f12f698e" providerId="LiveId" clId="{9449A438-DB97-4F53-9B9E-E34C27A4D34A}" dt="2026-09-22T07:56:56.903" v="32" actId="20577"/>
        <pc:sldMkLst>
          <pc:docMk/>
          <pc:sldMk cId="2185790810" sldId="443"/>
        </pc:sldMkLst>
        <pc:spChg chg="mod">
          <ac:chgData name="Zikun Deng" userId="dcc036e5f12f698e" providerId="LiveId" clId="{9449A438-DB97-4F53-9B9E-E34C27A4D34A}" dt="2026-09-22T07:56:56.903" v="32" actId="20577"/>
          <ac:spMkLst>
            <pc:docMk/>
            <pc:sldMk cId="2185790810" sldId="443"/>
            <ac:spMk id="2" creationId="{F97DA0AD-3582-8090-5ADF-80B831D7FA5F}"/>
          </ac:spMkLst>
        </pc:spChg>
        <pc:picChg chg="add mod ord">
          <ac:chgData name="Zikun Deng" userId="dcc036e5f12f698e" providerId="LiveId" clId="{9449A438-DB97-4F53-9B9E-E34C27A4D34A}" dt="2026-09-22T07:55:42.706" v="2" actId="22"/>
          <ac:picMkLst>
            <pc:docMk/>
            <pc:sldMk cId="2185790810" sldId="443"/>
            <ac:picMk id="6" creationId="{D0C849E0-C63E-3E23-771B-C29500329BB0}"/>
          </ac:picMkLst>
        </pc:picChg>
      </pc:sldChg>
      <pc:sldChg chg="addSp delSp modSp add mod modAnim">
        <pc:chgData name="Zikun Deng" userId="dcc036e5f12f698e" providerId="LiveId" clId="{9449A438-DB97-4F53-9B9E-E34C27A4D34A}" dt="2026-09-28T11:36:30.592" v="54" actId="1076"/>
        <pc:sldMkLst>
          <pc:docMk/>
          <pc:sldMk cId="1251939760" sldId="444"/>
        </pc:sldMkLst>
        <pc:spChg chg="mod">
          <ac:chgData name="Zikun Deng" userId="dcc036e5f12f698e" providerId="LiveId" clId="{9449A438-DB97-4F53-9B9E-E34C27A4D34A}" dt="2026-09-28T11:36:01.041" v="52" actId="20577"/>
          <ac:spMkLst>
            <pc:docMk/>
            <pc:sldMk cId="1251939760" sldId="444"/>
            <ac:spMk id="3" creationId="{08A0F14D-7131-2E9E-9D97-7DD94150C83E}"/>
          </ac:spMkLst>
        </pc:spChg>
        <pc:picChg chg="del">
          <ac:chgData name="Zikun Deng" userId="dcc036e5f12f698e" providerId="LiveId" clId="{9449A438-DB97-4F53-9B9E-E34C27A4D34A}" dt="2026-09-28T11:35:57.112" v="50" actId="478"/>
          <ac:picMkLst>
            <pc:docMk/>
            <pc:sldMk cId="1251939760" sldId="444"/>
            <ac:picMk id="6" creationId="{8286E4FC-9096-6E34-E97B-D8FB0DFB4393}"/>
          </ac:picMkLst>
        </pc:picChg>
        <pc:picChg chg="del">
          <ac:chgData name="Zikun Deng" userId="dcc036e5f12f698e" providerId="LiveId" clId="{9449A438-DB97-4F53-9B9E-E34C27A4D34A}" dt="2026-09-28T11:35:34.546" v="41" actId="21"/>
          <ac:picMkLst>
            <pc:docMk/>
            <pc:sldMk cId="1251939760" sldId="444"/>
            <ac:picMk id="7" creationId="{72DDEA03-C9D5-59B1-4D4C-E6C4A2067E52}"/>
          </ac:picMkLst>
        </pc:picChg>
        <pc:picChg chg="add mod">
          <ac:chgData name="Zikun Deng" userId="dcc036e5f12f698e" providerId="LiveId" clId="{9449A438-DB97-4F53-9B9E-E34C27A4D34A}" dt="2026-09-28T11:36:30.592" v="54" actId="1076"/>
          <ac:picMkLst>
            <pc:docMk/>
            <pc:sldMk cId="1251939760" sldId="444"/>
            <ac:picMk id="8" creationId="{BBEC40FE-B17C-460E-2D9B-BF8339B9D66D}"/>
          </ac:picMkLst>
        </pc:picChg>
      </pc:sldChg>
      <pc:sldChg chg="addSp delSp modSp add mod modAnim">
        <pc:chgData name="Zikun Deng" userId="dcc036e5f12f698e" providerId="LiveId" clId="{9449A438-DB97-4F53-9B9E-E34C27A4D34A}" dt="2026-09-28T11:37:30.920" v="66" actId="1076"/>
        <pc:sldMkLst>
          <pc:docMk/>
          <pc:sldMk cId="4200945962" sldId="445"/>
        </pc:sldMkLst>
        <pc:spChg chg="mod">
          <ac:chgData name="Zikun Deng" userId="dcc036e5f12f698e" providerId="LiveId" clId="{9449A438-DB97-4F53-9B9E-E34C27A4D34A}" dt="2026-09-28T11:37:25.933" v="64" actId="20577"/>
          <ac:spMkLst>
            <pc:docMk/>
            <pc:sldMk cId="4200945962" sldId="445"/>
            <ac:spMk id="3" creationId="{B03FD560-B33F-ABA4-EF4F-2785AD305063}"/>
          </ac:spMkLst>
        </pc:spChg>
        <pc:picChg chg="del">
          <ac:chgData name="Zikun Deng" userId="dcc036e5f12f698e" providerId="LiveId" clId="{9449A438-DB97-4F53-9B9E-E34C27A4D34A}" dt="2026-09-28T11:37:22.366" v="62" actId="21"/>
          <ac:picMkLst>
            <pc:docMk/>
            <pc:sldMk cId="4200945962" sldId="445"/>
            <ac:picMk id="6" creationId="{A2A45247-2BF6-8DCE-FBA9-24882AF1603B}"/>
          </ac:picMkLst>
        </pc:picChg>
        <pc:picChg chg="add mod">
          <ac:chgData name="Zikun Deng" userId="dcc036e5f12f698e" providerId="LiveId" clId="{9449A438-DB97-4F53-9B9E-E34C27A4D34A}" dt="2026-09-28T11:37:30.920" v="66" actId="1076"/>
          <ac:picMkLst>
            <pc:docMk/>
            <pc:sldMk cId="4200945962" sldId="445"/>
            <ac:picMk id="7" creationId="{020DD049-00E2-9734-2F0F-690F4B1085D8}"/>
          </ac:picMkLst>
        </pc:picChg>
      </pc:sldChg>
      <pc:sldChg chg="addSp modSp add mod modAnim">
        <pc:chgData name="Zikun Deng" userId="dcc036e5f12f698e" providerId="LiveId" clId="{9449A438-DB97-4F53-9B9E-E34C27A4D34A}" dt="2026-09-28T11:38:09.569" v="70" actId="1076"/>
        <pc:sldMkLst>
          <pc:docMk/>
          <pc:sldMk cId="1659611082" sldId="446"/>
        </pc:sldMkLst>
        <pc:spChg chg="mod">
          <ac:chgData name="Zikun Deng" userId="dcc036e5f12f698e" providerId="LiveId" clId="{9449A438-DB97-4F53-9B9E-E34C27A4D34A}" dt="2026-09-28T11:38:07.893" v="68" actId="20577"/>
          <ac:spMkLst>
            <pc:docMk/>
            <pc:sldMk cId="1659611082" sldId="446"/>
            <ac:spMk id="3" creationId="{7743C797-4850-EC0B-7EB8-A25426B1CE8C}"/>
          </ac:spMkLst>
        </pc:spChg>
        <pc:picChg chg="add mod">
          <ac:chgData name="Zikun Deng" userId="dcc036e5f12f698e" providerId="LiveId" clId="{9449A438-DB97-4F53-9B9E-E34C27A4D34A}" dt="2026-09-28T11:38:09.569" v="70" actId="1076"/>
          <ac:picMkLst>
            <pc:docMk/>
            <pc:sldMk cId="1659611082" sldId="446"/>
            <ac:picMk id="6" creationId="{1D876389-B6F4-7086-763A-97FE85F6333D}"/>
          </ac:picMkLst>
        </pc:picChg>
      </pc:sldChg>
      <pc:sldChg chg="addSp delSp modSp new del mod">
        <pc:chgData name="Zikun Deng" userId="dcc036e5f12f698e" providerId="LiveId" clId="{9449A438-DB97-4F53-9B9E-E34C27A4D34A}" dt="2026-09-28T11:41:05.781" v="89" actId="47"/>
        <pc:sldMkLst>
          <pc:docMk/>
          <pc:sldMk cId="1617841764" sldId="447"/>
        </pc:sldMkLst>
        <pc:spChg chg="mod">
          <ac:chgData name="Zikun Deng" userId="dcc036e5f12f698e" providerId="LiveId" clId="{9449A438-DB97-4F53-9B9E-E34C27A4D34A}" dt="2026-09-28T11:39:52.755" v="87" actId="20577"/>
          <ac:spMkLst>
            <pc:docMk/>
            <pc:sldMk cId="1617841764" sldId="447"/>
            <ac:spMk id="2" creationId="{115DC033-1988-C57D-0746-89FAFBBA6BF8}"/>
          </ac:spMkLst>
        </pc:spChg>
        <pc:spChg chg="del">
          <ac:chgData name="Zikun Deng" userId="dcc036e5f12f698e" providerId="LiveId" clId="{9449A438-DB97-4F53-9B9E-E34C27A4D34A}" dt="2026-09-28T11:39:54.209" v="88" actId="22"/>
          <ac:spMkLst>
            <pc:docMk/>
            <pc:sldMk cId="1617841764" sldId="447"/>
            <ac:spMk id="3" creationId="{7664CE42-57FB-1D91-1C7C-F0160CF4C390}"/>
          </ac:spMkLst>
        </pc:spChg>
        <pc:picChg chg="add mod ord">
          <ac:chgData name="Zikun Deng" userId="dcc036e5f12f698e" providerId="LiveId" clId="{9449A438-DB97-4F53-9B9E-E34C27A4D34A}" dt="2026-09-28T11:39:54.209" v="88" actId="22"/>
          <ac:picMkLst>
            <pc:docMk/>
            <pc:sldMk cId="1617841764" sldId="447"/>
            <ac:picMk id="6" creationId="{CB646520-FFB9-E1CA-F975-C013E8CBE82D}"/>
          </ac:picMkLst>
        </pc:picChg>
      </pc:sldChg>
      <pc:sldChg chg="addSp delSp modSp new mod">
        <pc:chgData name="Zikun Deng" userId="dcc036e5f12f698e" providerId="LiveId" clId="{9449A438-DB97-4F53-9B9E-E34C27A4D34A}" dt="2026-09-28T11:48:56.329" v="117" actId="207"/>
        <pc:sldMkLst>
          <pc:docMk/>
          <pc:sldMk cId="2825961245" sldId="447"/>
        </pc:sldMkLst>
        <pc:spChg chg="mod">
          <ac:chgData name="Zikun Deng" userId="dcc036e5f12f698e" providerId="LiveId" clId="{9449A438-DB97-4F53-9B9E-E34C27A4D34A}" dt="2026-09-28T11:41:14.385" v="91"/>
          <ac:spMkLst>
            <pc:docMk/>
            <pc:sldMk cId="2825961245" sldId="447"/>
            <ac:spMk id="2" creationId="{CE0C3986-6439-9BA0-CDEB-7DE7F501024A}"/>
          </ac:spMkLst>
        </pc:spChg>
        <pc:spChg chg="del">
          <ac:chgData name="Zikun Deng" userId="dcc036e5f12f698e" providerId="LiveId" clId="{9449A438-DB97-4F53-9B9E-E34C27A4D34A}" dt="2026-09-28T11:42:09.467" v="92" actId="22"/>
          <ac:spMkLst>
            <pc:docMk/>
            <pc:sldMk cId="2825961245" sldId="447"/>
            <ac:spMk id="3" creationId="{014C5FA9-DD26-FE5F-E50B-C0BF17A388BA}"/>
          </ac:spMkLst>
        </pc:spChg>
        <pc:spChg chg="add mod">
          <ac:chgData name="Zikun Deng" userId="dcc036e5f12f698e" providerId="LiveId" clId="{9449A438-DB97-4F53-9B9E-E34C27A4D34A}" dt="2026-09-28T11:47:33.931" v="108" actId="207"/>
          <ac:spMkLst>
            <pc:docMk/>
            <pc:sldMk cId="2825961245" sldId="447"/>
            <ac:spMk id="10" creationId="{3501680D-2C5A-6B30-7BD2-67CB12D33655}"/>
          </ac:spMkLst>
        </pc:spChg>
        <pc:spChg chg="add mod">
          <ac:chgData name="Zikun Deng" userId="dcc036e5f12f698e" providerId="LiveId" clId="{9449A438-DB97-4F53-9B9E-E34C27A4D34A}" dt="2026-09-28T11:47:43.433" v="114" actId="20577"/>
          <ac:spMkLst>
            <pc:docMk/>
            <pc:sldMk cId="2825961245" sldId="447"/>
            <ac:spMk id="12" creationId="{DDC3DBCD-5D8A-95EC-1C45-B97333BF1A11}"/>
          </ac:spMkLst>
        </pc:spChg>
        <pc:spChg chg="add mod">
          <ac:chgData name="Zikun Deng" userId="dcc036e5f12f698e" providerId="LiveId" clId="{9449A438-DB97-4F53-9B9E-E34C27A4D34A}" dt="2026-09-28T11:48:56.329" v="117" actId="207"/>
          <ac:spMkLst>
            <pc:docMk/>
            <pc:sldMk cId="2825961245" sldId="447"/>
            <ac:spMk id="14" creationId="{8D0476A3-7B17-CB1B-2873-7A88C1D40333}"/>
          </ac:spMkLst>
        </pc:spChg>
        <pc:picChg chg="add mod ord">
          <ac:chgData name="Zikun Deng" userId="dcc036e5f12f698e" providerId="LiveId" clId="{9449A438-DB97-4F53-9B9E-E34C27A4D34A}" dt="2026-09-28T11:43:49.877" v="105" actId="1076"/>
          <ac:picMkLst>
            <pc:docMk/>
            <pc:sldMk cId="2825961245" sldId="447"/>
            <ac:picMk id="6" creationId="{B84D4B1D-6768-768D-28D2-D94B340B9E40}"/>
          </ac:picMkLst>
        </pc:picChg>
        <pc:picChg chg="add mod">
          <ac:chgData name="Zikun Deng" userId="dcc036e5f12f698e" providerId="LiveId" clId="{9449A438-DB97-4F53-9B9E-E34C27A4D34A}" dt="2026-09-28T11:43:49.877" v="105" actId="1076"/>
          <ac:picMkLst>
            <pc:docMk/>
            <pc:sldMk cId="2825961245" sldId="447"/>
            <ac:picMk id="8" creationId="{7FCD0113-7402-2588-3CEF-1941E059423C}"/>
          </ac:picMkLst>
        </pc:picChg>
      </pc:sldChg>
      <pc:sldChg chg="addSp delSp modSp new del mod">
        <pc:chgData name="Zikun Deng" userId="dcc036e5f12f698e" providerId="LiveId" clId="{9449A438-DB97-4F53-9B9E-E34C27A4D34A}" dt="2026-09-28T11:56:14.583" v="171" actId="2696"/>
        <pc:sldMkLst>
          <pc:docMk/>
          <pc:sldMk cId="330898519" sldId="448"/>
        </pc:sldMkLst>
        <pc:spChg chg="mod">
          <ac:chgData name="Zikun Deng" userId="dcc036e5f12f698e" providerId="LiveId" clId="{9449A438-DB97-4F53-9B9E-E34C27A4D34A}" dt="2026-09-28T11:51:01.564" v="119"/>
          <ac:spMkLst>
            <pc:docMk/>
            <pc:sldMk cId="330898519" sldId="448"/>
            <ac:spMk id="2" creationId="{5E4F16F8-F6D4-1879-7415-7786DA23B182}"/>
          </ac:spMkLst>
        </pc:spChg>
        <pc:spChg chg="del">
          <ac:chgData name="Zikun Deng" userId="dcc036e5f12f698e" providerId="LiveId" clId="{9449A438-DB97-4F53-9B9E-E34C27A4D34A}" dt="2026-09-28T11:51:47.811" v="120" actId="22"/>
          <ac:spMkLst>
            <pc:docMk/>
            <pc:sldMk cId="330898519" sldId="448"/>
            <ac:spMk id="3" creationId="{BA678F45-6237-B29E-8B1F-C4C0451F4E8D}"/>
          </ac:spMkLst>
        </pc:spChg>
        <pc:picChg chg="add mod ord">
          <ac:chgData name="Zikun Deng" userId="dcc036e5f12f698e" providerId="LiveId" clId="{9449A438-DB97-4F53-9B9E-E34C27A4D34A}" dt="2026-09-28T11:52:12.815" v="127" actId="1076"/>
          <ac:picMkLst>
            <pc:docMk/>
            <pc:sldMk cId="330898519" sldId="448"/>
            <ac:picMk id="6" creationId="{A8B02670-4275-ED7A-E519-51E00D47F65D}"/>
          </ac:picMkLst>
        </pc:picChg>
        <pc:picChg chg="add del mod">
          <ac:chgData name="Zikun Deng" userId="dcc036e5f12f698e" providerId="LiveId" clId="{9449A438-DB97-4F53-9B9E-E34C27A4D34A}" dt="2026-09-28T11:55:33.583" v="164" actId="478"/>
          <ac:picMkLst>
            <pc:docMk/>
            <pc:sldMk cId="330898519" sldId="448"/>
            <ac:picMk id="8" creationId="{2C870B98-71BC-D2AD-58A7-E32D44BA0EE3}"/>
          </ac:picMkLst>
        </pc:picChg>
        <pc:picChg chg="add mod">
          <ac:chgData name="Zikun Deng" userId="dcc036e5f12f698e" providerId="LiveId" clId="{9449A438-DB97-4F53-9B9E-E34C27A4D34A}" dt="2026-09-28T11:56:09.777" v="170" actId="1076"/>
          <ac:picMkLst>
            <pc:docMk/>
            <pc:sldMk cId="330898519" sldId="448"/>
            <ac:picMk id="10" creationId="{FAB82766-7124-B2B8-EC22-614010D0DA90}"/>
          </ac:picMkLst>
        </pc:picChg>
      </pc:sldChg>
      <pc:sldChg chg="addSp delSp modSp add mod modAnim">
        <pc:chgData name="Zikun Deng" userId="dcc036e5f12f698e" providerId="LiveId" clId="{9449A438-DB97-4F53-9B9E-E34C27A4D34A}" dt="2026-09-28T12:41:27.934" v="234" actId="1076"/>
        <pc:sldMkLst>
          <pc:docMk/>
          <pc:sldMk cId="3691550562" sldId="448"/>
        </pc:sldMkLst>
        <pc:picChg chg="add del mod">
          <ac:chgData name="Zikun Deng" userId="dcc036e5f12f698e" providerId="LiveId" clId="{9449A438-DB97-4F53-9B9E-E34C27A4D34A}" dt="2026-09-28T12:41:07.063" v="225" actId="21"/>
          <ac:picMkLst>
            <pc:docMk/>
            <pc:sldMk cId="3691550562" sldId="448"/>
            <ac:picMk id="5" creationId="{A7F626A9-7DED-2BCC-20F2-50211411D55D}"/>
          </ac:picMkLst>
        </pc:picChg>
        <pc:picChg chg="mod">
          <ac:chgData name="Zikun Deng" userId="dcc036e5f12f698e" providerId="LiveId" clId="{9449A438-DB97-4F53-9B9E-E34C27A4D34A}" dt="2026-09-28T12:41:05.246" v="224" actId="14100"/>
          <ac:picMkLst>
            <pc:docMk/>
            <pc:sldMk cId="3691550562" sldId="448"/>
            <ac:picMk id="6" creationId="{A8B02670-4275-ED7A-E519-51E00D47F65D}"/>
          </ac:picMkLst>
        </pc:picChg>
        <pc:picChg chg="add del">
          <ac:chgData name="Zikun Deng" userId="dcc036e5f12f698e" providerId="LiveId" clId="{9449A438-DB97-4F53-9B9E-E34C27A4D34A}" dt="2026-09-28T12:41:01.959" v="217" actId="22"/>
          <ac:picMkLst>
            <pc:docMk/>
            <pc:sldMk cId="3691550562" sldId="448"/>
            <ac:picMk id="8" creationId="{DD8078DA-3653-94BF-C9EE-451F532290C7}"/>
          </ac:picMkLst>
        </pc:picChg>
        <pc:picChg chg="add del mod">
          <ac:chgData name="Zikun Deng" userId="dcc036e5f12f698e" providerId="LiveId" clId="{9449A438-DB97-4F53-9B9E-E34C27A4D34A}" dt="2026-09-28T12:41:05.246" v="224" actId="14100"/>
          <ac:picMkLst>
            <pc:docMk/>
            <pc:sldMk cId="3691550562" sldId="448"/>
            <ac:picMk id="10" creationId="{FAB82766-7124-B2B8-EC22-614010D0DA90}"/>
          </ac:picMkLst>
        </pc:picChg>
        <pc:picChg chg="add mod">
          <ac:chgData name="Zikun Deng" userId="dcc036e5f12f698e" providerId="LiveId" clId="{9449A438-DB97-4F53-9B9E-E34C27A4D34A}" dt="2026-09-28T12:41:27.934" v="234" actId="1076"/>
          <ac:picMkLst>
            <pc:docMk/>
            <pc:sldMk cId="3691550562" sldId="448"/>
            <ac:picMk id="11" creationId="{D435C761-4D9F-3AD2-58AC-6AC1026E5198}"/>
          </ac:picMkLst>
        </pc:picChg>
      </pc:sldChg>
      <pc:sldChg chg="addSp delSp modSp new del mod">
        <pc:chgData name="Zikun Deng" userId="dcc036e5f12f698e" providerId="LiveId" clId="{9449A438-DB97-4F53-9B9E-E34C27A4D34A}" dt="2026-09-28T11:54:49.127" v="158" actId="47"/>
        <pc:sldMkLst>
          <pc:docMk/>
          <pc:sldMk cId="4118107021" sldId="449"/>
        </pc:sldMkLst>
        <pc:spChg chg="mod">
          <ac:chgData name="Zikun Deng" userId="dcc036e5f12f698e" providerId="LiveId" clId="{9449A438-DB97-4F53-9B9E-E34C27A4D34A}" dt="2026-09-28T11:53:04.643" v="130"/>
          <ac:spMkLst>
            <pc:docMk/>
            <pc:sldMk cId="4118107021" sldId="449"/>
            <ac:spMk id="2" creationId="{08E9186B-2A72-0FD3-B1B1-96EE3584B50C}"/>
          </ac:spMkLst>
        </pc:spChg>
        <pc:spChg chg="del">
          <ac:chgData name="Zikun Deng" userId="dcc036e5f12f698e" providerId="LiveId" clId="{9449A438-DB97-4F53-9B9E-E34C27A4D34A}" dt="2026-09-28T11:52:59.394" v="129" actId="22"/>
          <ac:spMkLst>
            <pc:docMk/>
            <pc:sldMk cId="4118107021" sldId="449"/>
            <ac:spMk id="3" creationId="{B94161BC-3542-7F55-BFD9-49EF062F5E49}"/>
          </ac:spMkLst>
        </pc:spChg>
        <pc:spChg chg="add mod">
          <ac:chgData name="Zikun Deng" userId="dcc036e5f12f698e" providerId="LiveId" clId="{9449A438-DB97-4F53-9B9E-E34C27A4D34A}" dt="2026-09-28T11:54:30.375" v="150" actId="21"/>
          <ac:spMkLst>
            <pc:docMk/>
            <pc:sldMk cId="4118107021" sldId="449"/>
            <ac:spMk id="8" creationId="{ACB0DA8F-52E4-E164-F5A3-5B261BFC5E75}"/>
          </ac:spMkLst>
        </pc:spChg>
        <pc:picChg chg="add del mod ord">
          <ac:chgData name="Zikun Deng" userId="dcc036e5f12f698e" providerId="LiveId" clId="{9449A438-DB97-4F53-9B9E-E34C27A4D34A}" dt="2026-09-28T11:54:30.375" v="150" actId="21"/>
          <ac:picMkLst>
            <pc:docMk/>
            <pc:sldMk cId="4118107021" sldId="449"/>
            <ac:picMk id="6" creationId="{C0848D30-C8CD-1A05-F283-4B5FA6FDE540}"/>
          </ac:picMkLst>
        </pc:picChg>
      </pc:sldChg>
      <pc:sldChg chg="addSp modSp add mod">
        <pc:chgData name="Zikun Deng" userId="dcc036e5f12f698e" providerId="LiveId" clId="{9449A438-DB97-4F53-9B9E-E34C27A4D34A}" dt="2026-09-28T11:53:56.728" v="143" actId="732"/>
        <pc:sldMkLst>
          <pc:docMk/>
          <pc:sldMk cId="1039380482" sldId="450"/>
        </pc:sldMkLst>
        <pc:spChg chg="mod">
          <ac:chgData name="Zikun Deng" userId="dcc036e5f12f698e" providerId="LiveId" clId="{9449A438-DB97-4F53-9B9E-E34C27A4D34A}" dt="2026-09-28T11:53:40.235" v="139" actId="27636"/>
          <ac:spMkLst>
            <pc:docMk/>
            <pc:sldMk cId="1039380482" sldId="450"/>
            <ac:spMk id="3" creationId="{644B4473-25E5-7059-BFD4-A24F1F6E9F46}"/>
          </ac:spMkLst>
        </pc:spChg>
        <pc:picChg chg="add mod modCrop">
          <ac:chgData name="Zikun Deng" userId="dcc036e5f12f698e" providerId="LiveId" clId="{9449A438-DB97-4F53-9B9E-E34C27A4D34A}" dt="2026-09-28T11:53:56.728" v="143" actId="732"/>
          <ac:picMkLst>
            <pc:docMk/>
            <pc:sldMk cId="1039380482" sldId="450"/>
            <ac:picMk id="5" creationId="{34D1BD58-507F-9EAD-03FA-D72DB692B661}"/>
          </ac:picMkLst>
        </pc:picChg>
      </pc:sldChg>
      <pc:sldChg chg="addSp modSp add mod">
        <pc:chgData name="Zikun Deng" userId="dcc036e5f12f698e" providerId="LiveId" clId="{9449A438-DB97-4F53-9B9E-E34C27A4D34A}" dt="2026-09-28T11:54:41.176" v="157" actId="1076"/>
        <pc:sldMkLst>
          <pc:docMk/>
          <pc:sldMk cId="1856908924" sldId="451"/>
        </pc:sldMkLst>
        <pc:spChg chg="mod">
          <ac:chgData name="Zikun Deng" userId="dcc036e5f12f698e" providerId="LiveId" clId="{9449A438-DB97-4F53-9B9E-E34C27A4D34A}" dt="2026-09-28T11:54:32.714" v="151" actId="20577"/>
          <ac:spMkLst>
            <pc:docMk/>
            <pc:sldMk cId="1856908924" sldId="451"/>
            <ac:spMk id="3" creationId="{01646B2B-B7C3-5127-E057-8B75D9DFD993}"/>
          </ac:spMkLst>
        </pc:spChg>
        <pc:picChg chg="add mod modCrop">
          <ac:chgData name="Zikun Deng" userId="dcc036e5f12f698e" providerId="LiveId" clId="{9449A438-DB97-4F53-9B9E-E34C27A4D34A}" dt="2026-09-28T11:54:41.176" v="157" actId="1076"/>
          <ac:picMkLst>
            <pc:docMk/>
            <pc:sldMk cId="1856908924" sldId="451"/>
            <ac:picMk id="6" creationId="{C0848D30-C8CD-1A05-F283-4B5FA6FDE540}"/>
          </ac:picMkLst>
        </pc:picChg>
      </pc:sldChg>
      <pc:sldChg chg="addSp delSp modSp add mod modAnim">
        <pc:chgData name="Zikun Deng" userId="dcc036e5f12f698e" providerId="LiveId" clId="{9449A438-DB97-4F53-9B9E-E34C27A4D34A}" dt="2026-09-28T11:55:19.007" v="163" actId="22"/>
        <pc:sldMkLst>
          <pc:docMk/>
          <pc:sldMk cId="2770984303" sldId="452"/>
        </pc:sldMkLst>
        <pc:spChg chg="del mod">
          <ac:chgData name="Zikun Deng" userId="dcc036e5f12f698e" providerId="LiveId" clId="{9449A438-DB97-4F53-9B9E-E34C27A4D34A}" dt="2026-09-28T11:55:19.007" v="163" actId="22"/>
          <ac:spMkLst>
            <pc:docMk/>
            <pc:sldMk cId="2770984303" sldId="452"/>
            <ac:spMk id="3" creationId="{35F977CD-CE2F-2092-0F84-DF215A27A752}"/>
          </ac:spMkLst>
        </pc:spChg>
        <pc:picChg chg="add mod ord">
          <ac:chgData name="Zikun Deng" userId="dcc036e5f12f698e" providerId="LiveId" clId="{9449A438-DB97-4F53-9B9E-E34C27A4D34A}" dt="2026-09-28T11:55:19.007" v="163" actId="22"/>
          <ac:picMkLst>
            <pc:docMk/>
            <pc:sldMk cId="2770984303" sldId="452"/>
            <ac:picMk id="6" creationId="{AE36C702-9A8E-6F2D-8056-EE7BD0C4F5C8}"/>
          </ac:picMkLst>
        </pc:picChg>
      </pc:sldChg>
      <pc:sldChg chg="addSp modSp add mod">
        <pc:chgData name="Zikun Deng" userId="dcc036e5f12f698e" providerId="LiveId" clId="{9449A438-DB97-4F53-9B9E-E34C27A4D34A}" dt="2026-09-28T12:36:57.783" v="184" actId="1076"/>
        <pc:sldMkLst>
          <pc:docMk/>
          <pc:sldMk cId="3741627973" sldId="453"/>
        </pc:sldMkLst>
        <pc:spChg chg="mod">
          <ac:chgData name="Zikun Deng" userId="dcc036e5f12f698e" providerId="LiveId" clId="{9449A438-DB97-4F53-9B9E-E34C27A4D34A}" dt="2026-09-28T12:36:44.466" v="182" actId="27636"/>
          <ac:spMkLst>
            <pc:docMk/>
            <pc:sldMk cId="3741627973" sldId="453"/>
            <ac:spMk id="3" creationId="{37EEB40B-1676-6898-FC99-FB6BA29BC349}"/>
          </ac:spMkLst>
        </pc:spChg>
        <pc:picChg chg="add mod">
          <ac:chgData name="Zikun Deng" userId="dcc036e5f12f698e" providerId="LiveId" clId="{9449A438-DB97-4F53-9B9E-E34C27A4D34A}" dt="2026-09-28T12:36:57.783" v="184" actId="1076"/>
          <ac:picMkLst>
            <pc:docMk/>
            <pc:sldMk cId="3741627973" sldId="453"/>
            <ac:picMk id="6" creationId="{40DB7221-3C7D-BE29-844A-BB6915448E94}"/>
          </ac:picMkLst>
        </pc:picChg>
      </pc:sldChg>
      <pc:sldChg chg="modSp add mod">
        <pc:chgData name="Zikun Deng" userId="dcc036e5f12f698e" providerId="LiveId" clId="{9449A438-DB97-4F53-9B9E-E34C27A4D34A}" dt="2026-09-28T12:39:19.878" v="197" actId="27636"/>
        <pc:sldMkLst>
          <pc:docMk/>
          <pc:sldMk cId="2065891866" sldId="454"/>
        </pc:sldMkLst>
        <pc:spChg chg="mod">
          <ac:chgData name="Zikun Deng" userId="dcc036e5f12f698e" providerId="LiveId" clId="{9449A438-DB97-4F53-9B9E-E34C27A4D34A}" dt="2026-09-28T12:39:19.878" v="197" actId="27636"/>
          <ac:spMkLst>
            <pc:docMk/>
            <pc:sldMk cId="2065891866" sldId="454"/>
            <ac:spMk id="3" creationId="{5C573DF3-8FEA-6884-CC37-42A669BF9D6F}"/>
          </ac:spMkLst>
        </pc:spChg>
      </pc:sldChg>
      <pc:sldChg chg="addSp delSp modSp add mod">
        <pc:chgData name="Zikun Deng" userId="dcc036e5f12f698e" providerId="LiveId" clId="{9449A438-DB97-4F53-9B9E-E34C27A4D34A}" dt="2026-09-28T12:39:38.338" v="201" actId="22"/>
        <pc:sldMkLst>
          <pc:docMk/>
          <pc:sldMk cId="1103543256" sldId="455"/>
        </pc:sldMkLst>
        <pc:spChg chg="del mod">
          <ac:chgData name="Zikun Deng" userId="dcc036e5f12f698e" providerId="LiveId" clId="{9449A438-DB97-4F53-9B9E-E34C27A4D34A}" dt="2026-09-28T12:39:38.338" v="201" actId="22"/>
          <ac:spMkLst>
            <pc:docMk/>
            <pc:sldMk cId="1103543256" sldId="455"/>
            <ac:spMk id="3" creationId="{88A3B346-DDF9-9D41-3DCF-FDB3961009BA}"/>
          </ac:spMkLst>
        </pc:spChg>
        <pc:picChg chg="add mod ord">
          <ac:chgData name="Zikun Deng" userId="dcc036e5f12f698e" providerId="LiveId" clId="{9449A438-DB97-4F53-9B9E-E34C27A4D34A}" dt="2026-09-28T12:39:38.338" v="201" actId="22"/>
          <ac:picMkLst>
            <pc:docMk/>
            <pc:sldMk cId="1103543256" sldId="455"/>
            <ac:picMk id="6" creationId="{3B4C0801-5E0F-9853-24F8-54F19F799FFB}"/>
          </ac:picMkLst>
        </pc:picChg>
      </pc:sldChg>
      <pc:sldChg chg="new del">
        <pc:chgData name="Zikun Deng" userId="dcc036e5f12f698e" providerId="LiveId" clId="{9449A438-DB97-4F53-9B9E-E34C27A4D34A}" dt="2026-09-28T12:36:40.594" v="180" actId="47"/>
        <pc:sldMkLst>
          <pc:docMk/>
          <pc:sldMk cId="3519371883" sldId="45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DDFBD-3A00-4189-8C8D-78071B1A5DE3}" type="datetimeFigureOut">
              <a:rPr lang="zh-CN" altLang="en-US" smtClean="0"/>
              <a:t>2026-09-28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68E1B-F273-4987-A84E-DC035A03C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B1F14-2969-4234-94C2-84FB01E3AC7A}" type="datetimeFigureOut">
              <a:rPr lang="en-AU" smtClean="0"/>
              <a:t>28/09/2026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5789E-32BF-4BCD-9509-3BAE69BCF054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7</a:t>
            </a:fld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9</a:t>
            </a:fld>
            <a:endParaRPr lang="en-A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10</a:t>
            </a:fld>
            <a:endParaRPr lang="en-A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Piggybacking</a:t>
            </a:r>
            <a:r>
              <a:rPr lang="zh-CN" altLang="en-US" dirty="0"/>
              <a:t>搭载</a:t>
            </a:r>
            <a:br>
              <a:rPr lang="en-US" altLang="zh-CN" dirty="0"/>
            </a:br>
            <a:r>
              <a:rPr lang="zh-CN" altLang="en-US" sz="1800" b="0" i="0" u="none" strike="noStrike" baseline="0">
                <a:latin typeface="FZSSK--GBK1-0"/>
              </a:rPr>
              <a:t>使用定期重置的计数器或定时器实现的检测机制在专业上也称为</a:t>
            </a:r>
            <a:r>
              <a:rPr lang="zh-CN" altLang="en-US" sz="1800" b="0" i="0" u="none" strike="noStrike" baseline="0">
                <a:latin typeface="FZKTK--GBK1-0"/>
              </a:rPr>
              <a:t>看门狗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17</a:t>
            </a:fld>
            <a:endParaRPr lang="en-A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4C25D-5BB2-B6BF-C729-12EB5A56E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72504A-3969-9593-CC83-F102B846E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5D66EC-CCBE-4DD2-7CF1-16B561BAC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Piggybacking</a:t>
            </a:r>
            <a:r>
              <a:rPr lang="zh-CN" altLang="en-US" dirty="0"/>
              <a:t>搭载</a:t>
            </a:r>
            <a:br>
              <a:rPr lang="en-US" altLang="zh-CN" dirty="0"/>
            </a:br>
            <a:r>
              <a:rPr lang="zh-CN" altLang="en-US" sz="1800" b="0" i="0" u="none" strike="noStrike" baseline="0">
                <a:latin typeface="FZSSK--GBK1-0"/>
              </a:rPr>
              <a:t>使用定期重置的计数器或定时器实现的检测机制在专业上也称为</a:t>
            </a:r>
            <a:r>
              <a:rPr lang="zh-CN" altLang="en-US" sz="1800" b="0" i="0" u="none" strike="noStrike" baseline="0">
                <a:latin typeface="FZKTK--GBK1-0"/>
              </a:rPr>
              <a:t>看门狗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F3D01D-6417-C99A-6058-06812B454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2840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21</a:t>
            </a:fld>
            <a:endParaRPr lang="en-A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VM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25</a:t>
            </a:fld>
            <a:endParaRPr lang="en-A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31</a:t>
            </a:fld>
            <a:endParaRPr lang="en-A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8E82A-27AD-0D7B-2E3F-2E166306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B7812-E020-A029-7C0F-5686396D0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5D5E3-2EF5-50F8-99A5-D09B6302E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97137-8D81-700D-AEDF-89733BCCB7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5789E-32BF-4BCD-9509-3BAE69BCF054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5783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©Software 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403648" y="6356350"/>
            <a:ext cx="6336704" cy="365125"/>
          </a:xfrm>
        </p:spPr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©Software 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1872208" cy="187220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©Software 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©Software  Architecture</a:t>
            </a:r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10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485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©Software  Architecture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Chapter 5: Availability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1</a:t>
            </a:fld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10055"/>
            <a:ext cx="8229600" cy="3974465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2905" y="1268730"/>
            <a:ext cx="5837555" cy="4857750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9465" y="1680845"/>
            <a:ext cx="7543800" cy="4032250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1865" y="1982470"/>
            <a:ext cx="7239000" cy="3429000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Availability?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545271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Availability</a:t>
            </a:r>
            <a:r>
              <a:rPr lang="en-US" dirty="0"/>
              <a:t> refers to a property of software that it is there and ready to carry out its task when you need it to be. </a:t>
            </a:r>
          </a:p>
          <a:p>
            <a:r>
              <a:rPr lang="en-US" b="1" dirty="0">
                <a:solidFill>
                  <a:schemeClr val="tx2"/>
                </a:solidFill>
              </a:rPr>
              <a:t>Availability</a:t>
            </a:r>
            <a:r>
              <a:rPr lang="en-US" dirty="0"/>
              <a:t> refers to the ability of a system to mask or repair faults such that the cumulative service outage period does not exceed a required value over a specified time interval. </a:t>
            </a:r>
          </a:p>
          <a:p>
            <a:r>
              <a:rPr lang="en-US" altLang="zh-CN" b="1" dirty="0">
                <a:solidFill>
                  <a:schemeClr val="tx2"/>
                </a:solidFill>
              </a:rPr>
              <a:t>Availability</a:t>
            </a:r>
            <a:r>
              <a:rPr lang="en-US" altLang="zh-CN" dirty="0"/>
              <a:t> is about minimizing service outage time by mitigating faults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Availability </a:t>
            </a:r>
            <a:r>
              <a:rPr lang="en-US" dirty="0" err="1"/>
              <a:t>v.s</a:t>
            </a:r>
            <a:r>
              <a:rPr lang="en-US" dirty="0"/>
              <a:t>. reliability or dependability</a:t>
            </a:r>
          </a:p>
          <a:p>
            <a:pPr lvl="1"/>
            <a:r>
              <a:rPr lang="en-US" altLang="zh-CN" dirty="0"/>
              <a:t>Availability </a:t>
            </a:r>
            <a:r>
              <a:rPr lang="en-US" dirty="0"/>
              <a:t>encompasses what is normally called reliability.</a:t>
            </a:r>
          </a:p>
          <a:p>
            <a:pPr lvl="1"/>
            <a:r>
              <a:rPr lang="en-US" dirty="0"/>
              <a:t>Availability encompasses other consideration such as service outage due to period maintenance   </a:t>
            </a:r>
          </a:p>
          <a:p>
            <a:r>
              <a:rPr lang="en-US" dirty="0"/>
              <a:t>Availability is closely related to</a:t>
            </a:r>
          </a:p>
          <a:p>
            <a:pPr lvl="1"/>
            <a:r>
              <a:rPr lang="en-US" dirty="0"/>
              <a:t>security, </a:t>
            </a:r>
            <a:r>
              <a:rPr lang="en-US" dirty="0" err="1"/>
              <a:t>e..g</a:t>
            </a:r>
            <a:r>
              <a:rPr lang="en-US" dirty="0"/>
              <a:t>, denial-of-service </a:t>
            </a:r>
          </a:p>
          <a:p>
            <a:pPr lvl="1"/>
            <a:r>
              <a:rPr lang="en-US" dirty="0"/>
              <a:t>performance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36525"/>
            <a:ext cx="8953500" cy="31813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5192FCD-3CB9-1E37-82AD-35ED5FB5C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77072"/>
            <a:ext cx="9144000" cy="13742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General Scenario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3648" y="6376243"/>
            <a:ext cx="6336704" cy="365125"/>
          </a:xfrm>
        </p:spPr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61315" y="1052830"/>
          <a:ext cx="8369300" cy="548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 b="1" dirty="0">
                          <a:effectLst/>
                        </a:rPr>
                        <a:t>Portion of </a:t>
                      </a:r>
                      <a:br>
                        <a:rPr lang="en-US" sz="1400" b="1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Scenario</a:t>
                      </a:r>
                      <a:endParaRPr lang="en-US" sz="1400" b="1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 b="1" dirty="0">
                          <a:effectLst/>
                        </a:rPr>
                        <a:t>Possible Values	</a:t>
                      </a:r>
                      <a:endParaRPr lang="en-US" sz="1400" b="1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Source</a:t>
                      </a:r>
                      <a:endParaRPr lang="en-US" sz="140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Internal/external: people, hardware, software, physical infrastructure, physical environment</a:t>
                      </a:r>
                      <a:endParaRPr lang="en-US" sz="140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Stimulus</a:t>
                      </a:r>
                      <a:endParaRPr lang="en-US" sz="140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 dirty="0">
                          <a:effectLst/>
                        </a:rPr>
                        <a:t>Fault: omission, crash, incorrect timing, incorrect response</a:t>
                      </a:r>
                      <a:endParaRPr lang="en-US" sz="1400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Artifact</a:t>
                      </a:r>
                      <a:endParaRPr lang="en-US" sz="140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System’s processors, communication channels, persistent storage, processes</a:t>
                      </a:r>
                      <a:endParaRPr lang="en-US" sz="140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Environment</a:t>
                      </a:r>
                      <a:endParaRPr lang="en-US" sz="140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Normal operation, startup, shutdown, repair mode, degraded operation, overloaded operation</a:t>
                      </a:r>
                      <a:endParaRPr lang="en-US" sz="140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3910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Response</a:t>
                      </a:r>
                      <a:endParaRPr lang="en-US" sz="140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tabLst>
                          <a:tab pos="228600" algn="l"/>
                          <a:tab pos="27432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Prevent the fault from becoming a failure</a:t>
                      </a:r>
                    </a:p>
                    <a:p>
                      <a:pPr marL="0" marR="0" indent="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tabLst>
                          <a:tab pos="228600" algn="l"/>
                          <a:tab pos="27432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Detect the fault: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 panose="05050102010706020507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 log the fault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 panose="05050102010706020507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 notify appropriate entities (people or systems)</a:t>
                      </a:r>
                    </a:p>
                    <a:p>
                      <a:pPr marL="0" marR="0" indent="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tabLst>
                          <a:tab pos="228600" algn="l"/>
                          <a:tab pos="27432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Recover from the fault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 panose="05050102010706020507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 disable source of events causing the fault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 panose="05050102010706020507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 be temporarily unavailable while repair is being effected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 panose="05050102010706020507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 fix or mask the fault/failure or contain the damage it causes</a:t>
                      </a:r>
                    </a:p>
                    <a:p>
                      <a:pPr marL="342900" marR="0" lvl="0" indent="-342900">
                        <a:lnSpc>
                          <a:spcPts val="1450"/>
                        </a:lnSpc>
                        <a:spcBef>
                          <a:spcPts val="100"/>
                        </a:spcBef>
                        <a:spcAft>
                          <a:spcPts val="300"/>
                        </a:spcAft>
                        <a:buSzPts val="800"/>
                        <a:buFont typeface="Symbol" panose="05050102010706020507"/>
                        <a:buChar char=""/>
                        <a:tabLst>
                          <a:tab pos="228600" algn="l"/>
                          <a:tab pos="274320" algn="l"/>
                        </a:tabLst>
                      </a:pPr>
                      <a:r>
                        <a:rPr lang="en-US" sz="1400" kern="1100" dirty="0">
                          <a:effectLst/>
                        </a:rPr>
                        <a:t> operate in a degraded mode while repair is being effected</a:t>
                      </a:r>
                      <a:endParaRPr lang="en-US" sz="1400" kern="1100" dirty="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0855"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>
                          <a:effectLst/>
                        </a:rPr>
                        <a:t>Response 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en-US" sz="1400">
                          <a:effectLst/>
                        </a:rPr>
                        <a:t>Measure</a:t>
                      </a:r>
                      <a:endParaRPr lang="en-US" sz="140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8684" marR="586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Time or time interval when the system must be available</a:t>
                      </a:r>
                    </a:p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Availability percentage (e.g. 99.999%)</a:t>
                      </a:r>
                    </a:p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Time to detect the fault</a:t>
                      </a:r>
                    </a:p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Time to repair the fault</a:t>
                      </a:r>
                    </a:p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Time or time interval in which system can be in degraded mode</a:t>
                      </a:r>
                    </a:p>
                    <a:p>
                      <a:pPr marL="0" marR="0">
                        <a:lnSpc>
                          <a:spcPts val="145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400" dirty="0">
                          <a:effectLst/>
                        </a:rPr>
                        <a:t>Proportion (e.g., 99%) or rate (e.g., up to 100 per second) of a certain class of faults that the system prevents, or handles without failing</a:t>
                      </a:r>
                      <a:endParaRPr lang="en-US" sz="1400" dirty="0">
                        <a:effectLst/>
                        <a:latin typeface="Times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58684" marR="58684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Sample Concrete Availability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507288" cy="53285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heartbeat monitor </a:t>
            </a:r>
            <a:r>
              <a:rPr lang="en-US" altLang="zh-CN" dirty="0"/>
              <a:t>detects</a:t>
            </a:r>
            <a:r>
              <a:rPr lang="en-US" dirty="0"/>
              <a:t> that the server is nonresponsive during normal operations. The system informs the operator and continues to operate with no downtime. </a:t>
            </a:r>
          </a:p>
          <a:p>
            <a:pPr lvl="1"/>
            <a:r>
              <a:rPr lang="en-US" b="1" dirty="0"/>
              <a:t>Stimulus</a:t>
            </a:r>
            <a:r>
              <a:rPr lang="en-US" dirty="0"/>
              <a:t>: non-responsiveness </a:t>
            </a:r>
          </a:p>
          <a:p>
            <a:pPr lvl="1"/>
            <a:r>
              <a:rPr lang="en-US" b="1" dirty="0"/>
              <a:t>Response</a:t>
            </a:r>
            <a:r>
              <a:rPr lang="en-US" dirty="0"/>
              <a:t>: inform the operator</a:t>
            </a:r>
          </a:p>
          <a:p>
            <a:pPr lvl="1"/>
            <a:r>
              <a:rPr lang="en-US" b="1" dirty="0"/>
              <a:t>Response measure</a:t>
            </a:r>
            <a:r>
              <a:rPr lang="en-US" dirty="0"/>
              <a:t>: no downtime, or 100 availability percentages</a:t>
            </a:r>
          </a:p>
          <a:p>
            <a:pPr lvl="1"/>
            <a:r>
              <a:rPr lang="en-US" b="1" dirty="0"/>
              <a:t>Environment</a:t>
            </a:r>
            <a:r>
              <a:rPr lang="en-US" dirty="0"/>
              <a:t>: normal operation</a:t>
            </a:r>
          </a:p>
          <a:p>
            <a:pPr lvl="1"/>
            <a:r>
              <a:rPr lang="en-US" b="1" dirty="0"/>
              <a:t>Artifact</a:t>
            </a:r>
            <a:r>
              <a:rPr lang="en-US" dirty="0"/>
              <a:t>: heartbeat monitor</a:t>
            </a:r>
          </a:p>
          <a:p>
            <a:pPr lvl="1"/>
            <a:r>
              <a:rPr lang="en-US" b="1" dirty="0"/>
              <a:t>Stimulus source</a:t>
            </a:r>
            <a:r>
              <a:rPr lang="en-US" dirty="0"/>
              <a:t>: server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Availability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Fault (</a:t>
            </a:r>
            <a:r>
              <a:rPr lang="zh-CN" altLang="en-US" dirty="0"/>
              <a:t>故障</a:t>
            </a:r>
            <a:r>
              <a:rPr lang="en-US" altLang="zh-CN" dirty="0"/>
              <a:t>)</a:t>
            </a:r>
            <a:r>
              <a:rPr lang="en-US" dirty="0"/>
              <a:t> </a:t>
            </a:r>
            <a:r>
              <a:rPr lang="en-US" dirty="0" err="1"/>
              <a:t>v.s</a:t>
            </a:r>
            <a:r>
              <a:rPr lang="en-US" dirty="0"/>
              <a:t>. failure (</a:t>
            </a:r>
            <a:r>
              <a:rPr lang="zh-CN" altLang="en-US" dirty="0"/>
              <a:t>失效</a:t>
            </a:r>
            <a:r>
              <a:rPr lang="en-US" dirty="0"/>
              <a:t>) ?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chemeClr val="tx2"/>
                </a:solidFill>
              </a:rPr>
              <a:t>failure</a:t>
            </a:r>
            <a:r>
              <a:rPr lang="en-US" dirty="0"/>
              <a:t> occurs when the system (</a:t>
            </a:r>
            <a:r>
              <a:rPr lang="en-US" altLang="zh-CN" dirty="0"/>
              <a:t>unexpectedly</a:t>
            </a:r>
            <a:r>
              <a:rPr lang="en-US" dirty="0"/>
              <a:t>) no longer delivers a service consistent with its specification</a:t>
            </a:r>
          </a:p>
          <a:p>
            <a:pPr lvl="1"/>
            <a:r>
              <a:rPr lang="en-US" dirty="0"/>
              <a:t>this failure is observable by the system’s actors. 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chemeClr val="tx2"/>
                </a:solidFill>
              </a:rPr>
              <a:t>fault</a:t>
            </a:r>
            <a:r>
              <a:rPr lang="en-US" dirty="0"/>
              <a:t> (or combination of faults) has the potential to cause a failure.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Availability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Availability tactics </a:t>
            </a:r>
            <a:r>
              <a:rPr lang="en-US" dirty="0"/>
              <a:t>enable a system to endure faults so that services remain compliant with their specifications. </a:t>
            </a:r>
          </a:p>
          <a:p>
            <a:r>
              <a:rPr lang="en-US" b="1" dirty="0">
                <a:solidFill>
                  <a:schemeClr val="tx2"/>
                </a:solidFill>
              </a:rPr>
              <a:t>The tactics </a:t>
            </a:r>
            <a:r>
              <a:rPr lang="en-US" dirty="0"/>
              <a:t>keep faults from becoming failures or at least bound the effects of the fault and make repair possible.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F6AA59A-A2BC-6032-EA40-1EE91AB9F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87" y="4494337"/>
            <a:ext cx="5686425" cy="1847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Availability Tactics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3648" y="6448251"/>
            <a:ext cx="6336704" cy="365125"/>
          </a:xfrm>
        </p:spPr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980728"/>
            <a:ext cx="62646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DA0AD-3582-8090-5ADF-80B831D7F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Availability Tactics</a:t>
            </a:r>
            <a:br>
              <a:rPr lang="en-US" altLang="zh-CN" dirty="0"/>
            </a:br>
            <a:r>
              <a:rPr lang="zh-CN" altLang="en-US" dirty="0"/>
              <a:t>教科书 </a:t>
            </a:r>
            <a:r>
              <a:rPr lang="en-US" altLang="zh-CN" dirty="0"/>
              <a:t>p45-50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0C849E0-C63E-3E23-771B-C29500329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3027" y="1268413"/>
            <a:ext cx="7517946" cy="4857750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A8E25C-5D99-B393-B739-58F8ED2F6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5790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90E77-758B-A0A9-84FD-3F8147994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A9BA3-CA40-5D46-DB27-68D2464E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 Faults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0F14D-7131-2E9E-9D97-7DD94150C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Ping/echo: </a:t>
            </a:r>
            <a:r>
              <a:rPr lang="en-US" dirty="0"/>
              <a:t>used to determine reachability and the round-trip delay through the associated network path.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AD455-699C-6395-8CE1-A1AB78EF4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EC40FE-B17C-460E-2D9B-BF8339B9D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4944"/>
            <a:ext cx="9144000" cy="181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39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 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>
              <a:solidFill>
                <a:schemeClr val="tx2"/>
              </a:solidFill>
            </a:endParaRPr>
          </a:p>
          <a:p>
            <a:endParaRPr lang="en-US" b="1" dirty="0">
              <a:solidFill>
                <a:schemeClr val="tx2"/>
              </a:solidFill>
            </a:endParaRPr>
          </a:p>
          <a:p>
            <a:endParaRPr lang="en-US" b="1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</a:rPr>
              <a:t>Monitor</a:t>
            </a:r>
            <a:r>
              <a:rPr lang="en-US" dirty="0"/>
              <a:t>: a component used to monitor the state of health of other parts of the system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505" y="4122465"/>
            <a:ext cx="3154989" cy="23637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1E573B9-E6BE-7381-A894-9BB3527BF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12776"/>
            <a:ext cx="9144000" cy="14382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 Faults: Heartbeat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475252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Heartbeat</a:t>
            </a:r>
            <a:r>
              <a:rPr lang="en-US" dirty="0"/>
              <a:t>: a periodic message exchange between a system monitor and a process being monitored.</a:t>
            </a:r>
          </a:p>
          <a:p>
            <a:pPr lvl="1"/>
            <a:r>
              <a:rPr lang="en-US" dirty="0"/>
              <a:t>The process periodically resets the </a:t>
            </a:r>
            <a:r>
              <a:rPr lang="en-US" i="1" dirty="0"/>
              <a:t>watchdog</a:t>
            </a:r>
            <a:r>
              <a:rPr lang="en-US" dirty="0"/>
              <a:t> timer in its monitor,</a:t>
            </a:r>
          </a:p>
          <a:p>
            <a:pPr lvl="1"/>
            <a:r>
              <a:rPr lang="en-US" dirty="0"/>
              <a:t>Piggybacking the heartbeat messages on to other control messages reduces the overhead</a:t>
            </a:r>
          </a:p>
          <a:p>
            <a:r>
              <a:rPr lang="en-US" dirty="0"/>
              <a:t>Difference between </a:t>
            </a:r>
            <a:r>
              <a:rPr lang="en-US" dirty="0">
                <a:solidFill>
                  <a:schemeClr val="tx2"/>
                </a:solidFill>
              </a:rPr>
              <a:t>ping</a:t>
            </a:r>
            <a:r>
              <a:rPr lang="en-US" dirty="0"/>
              <a:t> and </a:t>
            </a:r>
            <a:r>
              <a:rPr lang="en-US" dirty="0">
                <a:solidFill>
                  <a:schemeClr val="tx2"/>
                </a:solidFill>
              </a:rPr>
              <a:t>heartbeat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Who initiates the health check?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10DB3-CF37-9424-0072-F1E583D6C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22594-0A86-C6FD-CE3B-65E319A57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 Faults: Heartbeat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FD560-B33F-ABA4-EF4F-2785AD305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475252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Heartbeat</a:t>
            </a:r>
            <a:r>
              <a:rPr lang="en-US" dirty="0"/>
              <a:t>: a periodic message exchange between a system monitor and a process being monitored.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7373BE-0857-77C7-2A31-8B02A5F4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0DD049-00E2-9734-2F0F-690F4B108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40968"/>
            <a:ext cx="9144000" cy="184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45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4844C-48D9-3AAE-4AF1-1DD3A2052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8EB76-423E-9383-3CA6-6A997B15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 Faults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3C797-4850-EC0B-7EB8-A25426B1C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5893"/>
            <a:ext cx="8229600" cy="485740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Timestamp</a:t>
            </a:r>
            <a:r>
              <a:rPr lang="en-US" dirty="0"/>
              <a:t>: used to detect incorrect sequences of events, primarily in distributed message-passing systems.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9AD39-9158-11B3-5FCE-3A51424F4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D876389-B6F4-7086-763A-97FE85F63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8960"/>
            <a:ext cx="9144000" cy="14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1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 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5893"/>
            <a:ext cx="8229600" cy="485740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Condition Monitoring</a:t>
            </a:r>
            <a:r>
              <a:rPr lang="en-US" dirty="0"/>
              <a:t>: checking conditions in a process or device, or validating assumptions made during the design.	</a:t>
            </a:r>
          </a:p>
          <a:p>
            <a:pPr lvl="1"/>
            <a:r>
              <a:rPr lang="en-US" dirty="0"/>
              <a:t>For example, </a:t>
            </a:r>
            <a:r>
              <a:rPr lang="en-US" b="1" dirty="0"/>
              <a:t>checksum </a:t>
            </a:r>
            <a:r>
              <a:rPr lang="en-US" dirty="0"/>
              <a:t>in data storage and transmission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1FE620-9A19-F532-74F2-F5A51D392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3056"/>
            <a:ext cx="9144000" cy="11714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Checksum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©Software  Architecture</a:t>
            </a:r>
            <a:endParaRPr lang="en-AU" dirty="0"/>
          </a:p>
        </p:txBody>
      </p:sp>
      <p:pic>
        <p:nvPicPr>
          <p:cNvPr id="11" name="内容占位符 10"/>
          <p:cNvPicPr>
            <a:picLocks noGrp="1" noChangeAspect="1"/>
          </p:cNvPicPr>
          <p:nvPr>
            <p:ph idx="1"/>
          </p:nvPr>
        </p:nvPicPr>
        <p:blipFill>
          <a:blip r:embed="rId3"/>
          <a:srcRect b="42370"/>
          <a:stretch>
            <a:fillRect/>
          </a:stretch>
        </p:blipFill>
        <p:spPr>
          <a:xfrm>
            <a:off x="34625" y="1196752"/>
            <a:ext cx="5049542" cy="3384376"/>
          </a:xfrm>
        </p:spPr>
      </p:pic>
      <p:pic>
        <p:nvPicPr>
          <p:cNvPr id="12" name="内容占位符 10"/>
          <p:cNvPicPr>
            <a:picLocks noChangeAspect="1"/>
          </p:cNvPicPr>
          <p:nvPr/>
        </p:nvPicPr>
        <p:blipFill>
          <a:blip r:embed="rId3"/>
          <a:srcRect t="57629" b="-209"/>
          <a:stretch>
            <a:fillRect/>
          </a:stretch>
        </p:blipFill>
        <p:spPr>
          <a:xfrm>
            <a:off x="3635896" y="3054970"/>
            <a:ext cx="5553892" cy="275029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 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Voting</a:t>
            </a:r>
            <a:r>
              <a:rPr lang="en-US" dirty="0"/>
              <a:t>: the common realization of this tactic is </a:t>
            </a:r>
            <a:r>
              <a:rPr lang="en-US" altLang="zh-CN" dirty="0">
                <a:solidFill>
                  <a:schemeClr val="tx2"/>
                </a:solidFill>
              </a:rPr>
              <a:t>T</a:t>
            </a:r>
            <a:r>
              <a:rPr lang="en-US" dirty="0">
                <a:solidFill>
                  <a:schemeClr val="tx2"/>
                </a:solidFill>
              </a:rPr>
              <a:t>riple Modular Redundancy </a:t>
            </a:r>
            <a:r>
              <a:rPr lang="en-US" dirty="0"/>
              <a:t>(TMR)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440" y="2420888"/>
            <a:ext cx="5402287" cy="347148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38599" y="4509120"/>
            <a:ext cx="2695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Voting component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C3986-6439-9BA0-CDEB-7DE7F5010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Detect Faults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84D4B1D-6768-768D-28D2-D94B340B9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935824"/>
            <a:ext cx="7330297" cy="2741866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4B15F7-B63A-EEB5-94A9-9B86A12B2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FCD0113-7402-2588-3CEF-1941E0594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77" y="3600120"/>
            <a:ext cx="7098996" cy="326690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501680D-2C5A-6B30-7BD2-67CB12D33655}"/>
              </a:ext>
            </a:extLst>
          </p:cNvPr>
          <p:cNvSpPr txBox="1"/>
          <p:nvPr/>
        </p:nvSpPr>
        <p:spPr>
          <a:xfrm>
            <a:off x="3131840" y="4151613"/>
            <a:ext cx="4572000" cy="374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zh-CN" sz="1800" b="1" dirty="0">
                <a:solidFill>
                  <a:srgbClr val="FF0000"/>
                </a:solidFill>
                <a:effectLst/>
                <a:latin typeface="+mn-lt"/>
              </a:rPr>
              <a:t>同一个目标，用不同原理去实现</a:t>
            </a:r>
            <a:endParaRPr lang="zh-CN" altLang="zh-CN" sz="1650" b="1" dirty="0">
              <a:solidFill>
                <a:srgbClr val="FF0000"/>
              </a:solidFill>
              <a:effectLst/>
              <a:latin typeface="quote-cjk-patch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DC3DBCD-5D8A-95EC-1C45-B97333BF1A11}"/>
              </a:ext>
            </a:extLst>
          </p:cNvPr>
          <p:cNvSpPr txBox="1"/>
          <p:nvPr/>
        </p:nvSpPr>
        <p:spPr>
          <a:xfrm>
            <a:off x="3369857" y="2674719"/>
            <a:ext cx="4572000" cy="374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zh-CN" sz="1800" b="1" dirty="0">
                <a:solidFill>
                  <a:srgbClr val="FF0000"/>
                </a:solidFill>
                <a:effectLst/>
                <a:latin typeface="+mn-lt"/>
              </a:rPr>
              <a:t>同一个目标，用</a:t>
            </a:r>
            <a:r>
              <a:rPr lang="zh-CN" altLang="en-US" sz="1800" b="1" dirty="0">
                <a:solidFill>
                  <a:srgbClr val="FF0000"/>
                </a:solidFill>
                <a:effectLst/>
                <a:latin typeface="+mn-lt"/>
              </a:rPr>
              <a:t>相</a:t>
            </a:r>
            <a:r>
              <a:rPr lang="zh-CN" altLang="zh-CN" sz="1800" b="1" dirty="0">
                <a:solidFill>
                  <a:srgbClr val="FF0000"/>
                </a:solidFill>
                <a:effectLst/>
                <a:latin typeface="+mn-lt"/>
              </a:rPr>
              <a:t>同原理去实现</a:t>
            </a:r>
            <a:endParaRPr lang="zh-CN" altLang="zh-CN" sz="1650" b="1" dirty="0">
              <a:solidFill>
                <a:srgbClr val="FF0000"/>
              </a:solidFill>
              <a:effectLst/>
              <a:latin typeface="quote-cjk-patch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D0476A3-7B17-CB1B-2873-7A88C1D40333}"/>
              </a:ext>
            </a:extLst>
          </p:cNvPr>
          <p:cNvSpPr txBox="1"/>
          <p:nvPr/>
        </p:nvSpPr>
        <p:spPr>
          <a:xfrm>
            <a:off x="2699792" y="653891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0" i="0" dirty="0">
                <a:solidFill>
                  <a:srgbClr val="FF0000"/>
                </a:solidFill>
                <a:effectLst/>
                <a:latin typeface="+mn-lt"/>
              </a:rPr>
              <a:t>同一个目标，用</a:t>
            </a:r>
            <a:r>
              <a:rPr lang="zh-CN" altLang="zh-CN" sz="1800" b="1" i="0" dirty="0">
                <a:solidFill>
                  <a:srgbClr val="FF0000"/>
                </a:solidFill>
                <a:effectLst/>
                <a:latin typeface="+mn-lt"/>
              </a:rPr>
              <a:t>不同来源的输入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961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 from Faults </a:t>
            </a:r>
            <a:br>
              <a:rPr lang="en-US" dirty="0"/>
            </a:br>
            <a:r>
              <a:rPr lang="en-US" dirty="0"/>
              <a:t>(Preparation &amp; Repair)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Active Redundancy (hot spare): </a:t>
            </a:r>
            <a:r>
              <a:rPr lang="en-US" dirty="0"/>
              <a:t>all nodes in a </a:t>
            </a:r>
            <a:r>
              <a:rPr lang="en-US" i="1" dirty="0"/>
              <a:t>protection group </a:t>
            </a:r>
            <a:r>
              <a:rPr lang="en-US" dirty="0"/>
              <a:t>process identical inputs in parallel, allowing redundant spares to maintain </a:t>
            </a:r>
            <a:r>
              <a:rPr lang="en-US" i="1" dirty="0"/>
              <a:t>synchronous state </a:t>
            </a:r>
            <a:r>
              <a:rPr lang="en-US" dirty="0"/>
              <a:t>with the active nodes. 	</a:t>
            </a:r>
          </a:p>
          <a:p>
            <a:r>
              <a:rPr lang="en-US" b="1" dirty="0">
                <a:solidFill>
                  <a:schemeClr val="tx2"/>
                </a:solidFill>
              </a:rPr>
              <a:t>Spare (cold spare): </a:t>
            </a:r>
            <a:r>
              <a:rPr lang="en-US" dirty="0"/>
              <a:t>redundant spares of a protection group remain out of service until a fail-over occurs, at which point a power-on-reset procedure is initiated on the redundant spare prior to its being placed in service.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 from Faults </a:t>
            </a:r>
            <a:br>
              <a:rPr lang="en-US" dirty="0"/>
            </a:br>
            <a:r>
              <a:rPr lang="en-US" dirty="0"/>
              <a:t>(Preparation &amp; Repair)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Passive Redundancy (warm spare): </a:t>
            </a:r>
            <a:r>
              <a:rPr lang="en-US" altLang="zh-CN" dirty="0"/>
              <a:t>only the active members of the protection group process input traffic; </a:t>
            </a:r>
          </a:p>
          <a:p>
            <a:r>
              <a:rPr lang="en-US" altLang="zh-CN" dirty="0"/>
              <a:t>one of their duties is to provide the redundant spare(s) with periodic state updates. 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F16F8-F6D4-1879-7415-7786DA23B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Recover from Faults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8B02670-4275-ED7A-E519-51E00D47F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65864" y="878593"/>
            <a:ext cx="9210336" cy="1182255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9B0412-6F20-BEB5-D4B9-320974705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AB82766-7124-B2B8-EC22-614010D0D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08" y="2060848"/>
            <a:ext cx="7766000" cy="418094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435C761-4D9F-3AD2-58AC-6AC1026E5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38" y="2924944"/>
            <a:ext cx="8802724" cy="143908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155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 from Faults </a:t>
            </a:r>
            <a:br>
              <a:rPr lang="en-US" dirty="0"/>
            </a:br>
            <a:r>
              <a:rPr lang="en-US" dirty="0"/>
              <a:t>(Preparation &amp; Repair)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363272" cy="482453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tx2"/>
                </a:solidFill>
              </a:rPr>
              <a:t>Rollback</a:t>
            </a:r>
            <a:r>
              <a:rPr lang="en-US" dirty="0"/>
              <a:t>: revert to a previous known good state, referred to as the “rollback line”.</a:t>
            </a:r>
          </a:p>
          <a:p>
            <a:pPr>
              <a:lnSpc>
                <a:spcPct val="90000"/>
              </a:lnSpc>
            </a:pPr>
            <a:r>
              <a:rPr lang="en-US" dirty="0"/>
              <a:t>This tactic is combined with redundancy  tactics</a:t>
            </a:r>
          </a:p>
          <a:p>
            <a:pPr>
              <a:lnSpc>
                <a:spcPct val="90000"/>
              </a:lnSpc>
            </a:pPr>
            <a:r>
              <a:rPr lang="en-US" dirty="0"/>
              <a:t>After a rollback has occurred, a standby version of the failed component becomes active</a:t>
            </a:r>
          </a:p>
          <a:p>
            <a:pPr>
              <a:lnSpc>
                <a:spcPct val="90000"/>
              </a:lnSpc>
            </a:pPr>
            <a:r>
              <a:rPr lang="en-US" dirty="0"/>
              <a:t>Rollback depends on a copy of a previous state (a checkpoint) </a:t>
            </a:r>
          </a:p>
          <a:p>
            <a:pPr>
              <a:lnSpc>
                <a:spcPct val="90000"/>
              </a:lnSpc>
            </a:pPr>
            <a:r>
              <a:rPr lang="en-US" dirty="0"/>
              <a:t>Checkpoint can be stored in a fixed location and needs to be updated regularly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For example, when a mobile phone system is upgraded to a new version and some serious bugs or compatibility issues are found, the system can choose to roll back to the previous stable version.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CB2A3-DE4C-33B8-BAEA-E5FD5A3A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A1EF-3FFD-939D-06B9-2E2E684B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 from Faults </a:t>
            </a:r>
            <a:br>
              <a:rPr lang="en-US" dirty="0"/>
            </a:br>
            <a:r>
              <a:rPr lang="en-US" dirty="0"/>
              <a:t>(Preparation &amp; Repair)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E36C702-9A8E-6F2D-8056-EE7BD0C4F5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98288"/>
            <a:ext cx="8362950" cy="196466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6AD7EB-6E6F-F350-D7E0-A63C2E7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0984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 from Faults </a:t>
            </a:r>
            <a:br>
              <a:rPr lang="en-US" dirty="0"/>
            </a:br>
            <a:r>
              <a:rPr lang="en-US" dirty="0"/>
              <a:t>(Preparation &amp; Repair)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Retry</a:t>
            </a:r>
            <a:r>
              <a:rPr lang="en-US" dirty="0"/>
              <a:t>: where a failure is transient and retrying the operation may lead to success.</a:t>
            </a:r>
          </a:p>
          <a:p>
            <a:pPr lvl="1"/>
            <a:r>
              <a:rPr lang="en-US" dirty="0"/>
              <a:t>For example, network re-transmission</a:t>
            </a:r>
          </a:p>
          <a:p>
            <a:pPr lvl="1"/>
            <a:r>
              <a:rPr lang="en-US" dirty="0"/>
              <a:t>There should be a limit on the number of retries that are attempted before a permanent failure is declared.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A257FE3F-1D60-44AB-B18B-44E04113A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288"/>
          <a:stretch>
            <a:fillRect/>
          </a:stretch>
        </p:blipFill>
        <p:spPr>
          <a:xfrm>
            <a:off x="457200" y="4437112"/>
            <a:ext cx="8229600" cy="94454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C713A-462C-37FB-F2B9-37F5619B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EBB4-4BF4-D1C2-EC2D-859FF60A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 from Faults </a:t>
            </a:r>
            <a:br>
              <a:rPr lang="en-US" dirty="0"/>
            </a:br>
            <a:r>
              <a:rPr lang="en-US" dirty="0"/>
              <a:t>(Preparation &amp; Repair)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B4473-25E5-7059-BFD4-A24F1F6E9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Ignore Faulty Behavior</a:t>
            </a:r>
            <a:r>
              <a:rPr lang="en-US" dirty="0"/>
              <a:t>: ignoring messages sent from a source when it is determined that those messages are spurious.</a:t>
            </a:r>
          </a:p>
          <a:p>
            <a:pPr lvl="1"/>
            <a:r>
              <a:rPr lang="en-US" dirty="0"/>
              <a:t>E.g., ignore the messages from a denial of service attacker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9A4F3-52DC-D3E6-3A6B-ED714B0C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34D1BD58-507F-9EAD-03FA-D72DB692B6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55" b="49656"/>
          <a:stretch>
            <a:fillRect/>
          </a:stretch>
        </p:blipFill>
        <p:spPr>
          <a:xfrm>
            <a:off x="457200" y="4365104"/>
            <a:ext cx="822960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38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 from Faults </a:t>
            </a:r>
            <a:br>
              <a:rPr lang="en-US" dirty="0"/>
            </a:br>
            <a:r>
              <a:rPr lang="en-US" dirty="0"/>
              <a:t>(Preparation &amp; Repair)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Degradation</a:t>
            </a:r>
            <a:r>
              <a:rPr lang="en-US" dirty="0"/>
              <a:t>: maintains the most critical system functions in the presence of component failures, dropping less critical functions.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A58CD7A8-6359-10BD-8BA3-37412F9E8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793" b="19563"/>
          <a:stretch>
            <a:fillRect/>
          </a:stretch>
        </p:blipFill>
        <p:spPr>
          <a:xfrm>
            <a:off x="457200" y="4077072"/>
            <a:ext cx="8229600" cy="100811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0E386-0193-50AC-E02C-3824ADF4B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97F4-6000-4FA0-97CB-8717BF6A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 from Faults </a:t>
            </a:r>
            <a:br>
              <a:rPr lang="en-US" dirty="0"/>
            </a:br>
            <a:r>
              <a:rPr lang="en-US" dirty="0"/>
              <a:t>(Preparation &amp; Repair)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46B2B-B7C3-5127-E057-8B75D9DFD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Reconfiguration</a:t>
            </a:r>
            <a:r>
              <a:rPr lang="en-US" dirty="0"/>
              <a:t>: reassigning responsibilities to the resources left functioning, while maintaining as much functionality as possible.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22B91-C4E1-8D1B-CEC2-58C5E0A2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0848D30-C8CD-1A05-F283-4B5FA6FDE5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826"/>
          <a:stretch>
            <a:fillRect/>
          </a:stretch>
        </p:blipFill>
        <p:spPr>
          <a:xfrm>
            <a:off x="457200" y="3697461"/>
            <a:ext cx="8229600" cy="6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0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Prevent 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Removal From Service</a:t>
            </a:r>
            <a:r>
              <a:rPr lang="en-US" dirty="0"/>
              <a:t>: temporarily placing a system component in an out-of-service state for the purpose of mitigating potential system failures</a:t>
            </a:r>
          </a:p>
          <a:p>
            <a:pPr lvl="1"/>
            <a:r>
              <a:rPr lang="en-US" dirty="0"/>
              <a:t>Temporarily remove the server with degraded performance from the service queue</a:t>
            </a:r>
          </a:p>
          <a:p>
            <a:pPr lvl="1"/>
            <a:r>
              <a:rPr lang="en-US" dirty="0"/>
              <a:t>Restart your computer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AE193F-ABA9-FF14-21A4-0CE82B5D7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7152"/>
            <a:ext cx="9144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A0FFF-DF24-C49A-24EF-8F4A20A7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3A43C-DEE1-1629-473F-6DD51AED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Prevent Faults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EB40B-1676-6898-FC99-FB6BA29BC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Predictive Model</a:t>
            </a:r>
            <a:r>
              <a:rPr lang="en-US" dirty="0"/>
              <a:t>: take corrective action when conditions are detected that are predictive of likely future faults. </a:t>
            </a:r>
          </a:p>
          <a:p>
            <a:pPr lvl="1"/>
            <a:r>
              <a:rPr lang="en-US" altLang="zh-CN" dirty="0"/>
              <a:t>e.g. Temperature is too high…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06EF6-8512-5A4E-C4C7-B88E285DD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DB7221-3C7D-BE29-844A-BB6915448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64317"/>
            <a:ext cx="9144000" cy="179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2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Prevent Faults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Increase Competence Set: </a:t>
            </a:r>
            <a:r>
              <a:rPr lang="en-US" altLang="zh-CN" dirty="0"/>
              <a:t>designing a component to handle more cases—faults—as part of its normal operation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E09907B-A567-E890-617D-3DADA94F8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6752"/>
            <a:ext cx="9144000" cy="38547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4B06919-BAB8-1DE3-2665-0229C0D89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6952"/>
            <a:ext cx="9144000" cy="27626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C4A7E-260F-FAB6-C1DB-75C665852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34F399-A214-4002-33F7-59039A2F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Prevent Faults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573DF3-8FEA-6884-CC37-42A669BF9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Transactions: </a:t>
            </a:r>
            <a:r>
              <a:rPr lang="en-US" altLang="zh-CN" dirty="0"/>
              <a:t>“two-phase commit” (a.k.a. 2PC) protocol. This tactic prevents race conditions caused by two processes attempting to update the same data item.</a:t>
            </a:r>
          </a:p>
          <a:p>
            <a:pPr lvl="1"/>
            <a:r>
              <a:rPr lang="en-US" altLang="zh-CN" dirty="0"/>
              <a:t>If you transfer money from account A to account B, the transaction steps include:</a:t>
            </a:r>
          </a:p>
          <a:p>
            <a:pPr lvl="2"/>
            <a:r>
              <a:rPr lang="en-US" altLang="zh-CN" dirty="0"/>
              <a:t>Deduct money from account A</a:t>
            </a:r>
          </a:p>
          <a:p>
            <a:pPr lvl="2"/>
            <a:r>
              <a:rPr lang="en-US" altLang="zh-CN" dirty="0"/>
              <a:t>Deposit the corresponding amount of money into account B</a:t>
            </a:r>
          </a:p>
          <a:p>
            <a:pPr lvl="1"/>
            <a:r>
              <a:rPr lang="en-US" altLang="zh-CN" dirty="0"/>
              <a:t>Through the transaction mechanism, these two steps will either succeed or fail, avoiding the situation where the deduction succeeds but the credit fails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B7DFF9-6E92-B863-C019-4BAFEC5BD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5891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0CC0E-9656-9692-2D63-B4058DA07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E711F-E5E5-8BF2-4C90-10939017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Prevent Faults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B4C0801-5E0F-9853-24F8-54F19F799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862149"/>
            <a:ext cx="8229600" cy="1670278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50D1CA-67FD-85A1-D72E-F2DABE37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©Software  Architecture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3543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Availability refers to the ability of the system to be available for use when a fault occurs. </a:t>
            </a:r>
          </a:p>
          <a:p>
            <a:r>
              <a:rPr lang="en-US" dirty="0"/>
              <a:t>The fault must be recognized (or prevented) and then the system must respond. </a:t>
            </a:r>
          </a:p>
          <a:p>
            <a:r>
              <a:rPr lang="en-US" dirty="0"/>
              <a:t>The response will depend on the criticality of the application and the type of fault</a:t>
            </a:r>
          </a:p>
          <a:p>
            <a:pPr lvl="1"/>
            <a:r>
              <a:rPr lang="en-US" dirty="0"/>
              <a:t>can range from “ignore it” to “keep on going as if it didn’t occur.”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Tactics for availability are categorized into detect faults, recover from faults and prevent faults. </a:t>
            </a:r>
          </a:p>
          <a:p>
            <a:r>
              <a:rPr lang="en-US" dirty="0"/>
              <a:t>Detection tactics depend on detecting signs of life from various components. </a:t>
            </a:r>
          </a:p>
          <a:p>
            <a:r>
              <a:rPr lang="en-US" dirty="0"/>
              <a:t>Recovery tactics are retrying an operation or maintaining redundant data or computations. </a:t>
            </a:r>
          </a:p>
          <a:p>
            <a:r>
              <a:rPr lang="en-US" dirty="0"/>
              <a:t>Prevention tactics depend on removing elements from service or limiting the scope of faults.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©Software  Architecture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c5NWIxYzdjOTUxYjQ2ZjMyNzFmMjc2NjMyZjhmNj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d28fb5-0496-4244-9476-3cb936faf17a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1636</Words>
  <Application>Microsoft Office PowerPoint</Application>
  <PresentationFormat>全屏显示(4:3)</PresentationFormat>
  <Paragraphs>191</Paragraphs>
  <Slides>39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9" baseType="lpstr">
      <vt:lpstr>FZKTK--GBK1-0</vt:lpstr>
      <vt:lpstr>FZSSK--GBK1-0</vt:lpstr>
      <vt:lpstr>quote-cjk-patch</vt:lpstr>
      <vt:lpstr>等线</vt:lpstr>
      <vt:lpstr>Arial</vt:lpstr>
      <vt:lpstr>Calibri</vt:lpstr>
      <vt:lpstr>Symbol</vt:lpstr>
      <vt:lpstr>Times</vt:lpstr>
      <vt:lpstr>Times New Roman</vt:lpstr>
      <vt:lpstr>Office Theme</vt:lpstr>
      <vt:lpstr>Chapter 5: Availability</vt:lpstr>
      <vt:lpstr>PowerPoint 演示文稿</vt:lpstr>
      <vt:lpstr>PowerPoint 演示文稿</vt:lpstr>
      <vt:lpstr>PowerPoint 演示文稿</vt:lpstr>
      <vt:lpstr>PowerPoint 演示文稿</vt:lpstr>
      <vt:lpstr>What is Availability?</vt:lpstr>
      <vt:lpstr>Availability </vt:lpstr>
      <vt:lpstr>PowerPoint 演示文稿</vt:lpstr>
      <vt:lpstr>Availability General Scenario</vt:lpstr>
      <vt:lpstr>Sample Concrete Availability Scenario</vt:lpstr>
      <vt:lpstr>Goal of Availability Tactics</vt:lpstr>
      <vt:lpstr>Goal of Availability Tactics</vt:lpstr>
      <vt:lpstr>Availability Tactics</vt:lpstr>
      <vt:lpstr>Availability Tactics 教科书 p45-50</vt:lpstr>
      <vt:lpstr>Detect Faults</vt:lpstr>
      <vt:lpstr>Detect Faults</vt:lpstr>
      <vt:lpstr>Detect Faults: Heartbeat</vt:lpstr>
      <vt:lpstr>Detect Faults: Heartbeat</vt:lpstr>
      <vt:lpstr>Detect Faults</vt:lpstr>
      <vt:lpstr>Detect Faults</vt:lpstr>
      <vt:lpstr>Checksum</vt:lpstr>
      <vt:lpstr>Detect Faults</vt:lpstr>
      <vt:lpstr>Detect Faults</vt:lpstr>
      <vt:lpstr>Recover from Faults  (Preparation &amp; Repair)</vt:lpstr>
      <vt:lpstr>Recover from Faults  (Preparation &amp; Repair)</vt:lpstr>
      <vt:lpstr>Recover from Faults</vt:lpstr>
      <vt:lpstr>Recover from Faults  (Preparation &amp; Repair)</vt:lpstr>
      <vt:lpstr>Recover from Faults  (Preparation &amp; Repair)</vt:lpstr>
      <vt:lpstr>Recover from Faults  (Preparation &amp; Repair)</vt:lpstr>
      <vt:lpstr>Recover from Faults  (Preparation &amp; Repair)</vt:lpstr>
      <vt:lpstr>Recover from Faults  (Preparation &amp; Repair)</vt:lpstr>
      <vt:lpstr>Recover from Faults  (Preparation &amp; Repair)</vt:lpstr>
      <vt:lpstr>Prevent Faults</vt:lpstr>
      <vt:lpstr>Prevent Faults</vt:lpstr>
      <vt:lpstr>Prevent Faults</vt:lpstr>
      <vt:lpstr>Prevent Faults</vt:lpstr>
      <vt:lpstr>Prevent Faults</vt:lpstr>
      <vt:lpstr>Summary</vt:lpstr>
      <vt:lpstr>Summary</vt:lpstr>
    </vt:vector>
  </TitlesOfParts>
  <Company>NICTA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 Bass</dc:creator>
  <cp:lastModifiedBy>Zikun Deng</cp:lastModifiedBy>
  <cp:revision>230</cp:revision>
  <dcterms:created xsi:type="dcterms:W3CDTF">2023-09-06T02:41:00Z</dcterms:created>
  <dcterms:modified xsi:type="dcterms:W3CDTF">2026-09-28T12:41:28Z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3C6FB7B5A14E4330C8E2EE645F4D4B55</vt:lpwstr>
  </property>
  <property fmtid="{D5CDD505-2E9C-101B-9397-08002B2CF9AE}" pid="3" name="KSOProductBuildVer">
    <vt:lpwstr>2052-12.1.0.22529</vt:lpwstr>
  </property>
</Properties>
</file>